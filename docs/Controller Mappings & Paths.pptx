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6FF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0" d="100"/>
          <a:sy n="120" d="100"/>
        </p:scale>
        <p:origin x="426" y="3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BAD6AF-BA11-A8D5-EB45-BF3B73A513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7F148A-7B1E-37FE-93EF-996CF22284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046D3B-2666-FE0F-70C4-6FCCE870E8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1E8DB9-F9A0-21DB-085B-D4F16F61A8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0C91D5-7B91-232C-B3D6-E33A3FC31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12463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0F033-BB02-DB84-270F-ADAA670E2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BF07FC-8D4E-C4AF-5C04-A1947E0C73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BFCB8F-0E61-35AC-15CD-FD402143E4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5AB5B7-C3B7-30FD-A4FD-BE45BB7298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781B41-5A5A-AB90-52E3-A4F1614D94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0090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3A569B-7178-A7DF-B644-AE6AA096BE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DCD0EA-C7FF-33D1-D93A-85FFC5DD6F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DA44B4-091A-D3FC-97F4-F535D7B5E4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44B782-89E4-FFC4-E818-E09440671A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EA74EA-DCAF-4825-1F67-A0D7482E89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8128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0AD9B6-B1DB-E02D-CF1D-71AC9089EE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64C624-059D-95C4-714F-2E80C51986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E68CFC-3D3F-D544-2D15-25DE8999FF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5CDDA1-4B52-AF57-36B9-BE8AF47117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3486BD-85F6-C1C3-C4D3-2AAC34E554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F70366-60B3-533B-D8AE-E05E0C4686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72418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A6BF9-77BD-796F-EE63-60A18AB566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8E1A17-1EE4-C725-5FD5-E86704E27B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D6C3E3-70D2-611E-1248-2348CF7645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23BD93-BEF6-7441-816C-DB7A40C16B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6A36119-ACEA-A837-B557-2DC966F01BD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E387F2-2614-55ED-2D25-FE8CE45122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4EDF605-88C8-459A-A588-09D9396F23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42FE1B-4044-BED6-7855-66F25E23DC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3003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159906-ECFC-4E84-9AA1-62F748445F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60B885-3A0E-6324-5A38-3B83CFC4B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C0FAFA-2A89-BC12-6356-ADFA529CA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B2DCADB-04E4-492E-D63A-B2ADEF596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47635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429C1D7-4A65-F15C-5A0D-7AFD69610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DAAC50-F222-DFD9-0F50-F6CC9D859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080AB0-D86D-115F-CA05-DDB8D9A273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52895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DA7418-79D7-D1F5-E879-E172B82EA3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06515-4A84-30EF-120B-046F64B105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B61802-C03D-5AA7-B7E2-51FA7F45EB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245244-DBD6-1F47-10E6-681427EA41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E159A9-1F00-6C8F-EE2E-F782A706B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4E4920-FE32-164A-D39C-BFD0442C4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21579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C139B6-738E-E32D-332E-CD3326F539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16113BB-9BDA-F471-CDA6-D4195F26543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366194-92AC-C860-683F-5B2BF751E1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5D0D50-EB35-B3D2-DA3E-9544BB4A78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C2AF73-70B8-07EE-4924-71A294D732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AB87BD-DA92-6A7A-CD0D-ED1368407A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5987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C1DA41-65FF-92AA-4054-7139D76E1F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11C5E0-6F81-93F0-723D-E987A2CC18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D8A2CF-5181-06D4-9BF6-8EA004598D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7270D1-2717-EE8E-2DC8-EC8C77CD7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E40EB1-FA97-F8F9-36D9-0A32D5F03A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14205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1D4207B-E11C-7474-4124-9C09D49590B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D42244-551F-43DD-2B81-1FAFC20900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A8166E-C9CF-BD58-C5F1-5FBD74274A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BEB6F5-CAA3-0781-B5CD-900B230927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D65CC6-3FB7-35B0-3D25-BE42EE351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62947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815AFE-A071-455F-689D-C381C6F70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BAF7ED-3809-2948-B2BB-24D972D36C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D93FCC-913B-D36B-CA7E-F71B4D4961F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000E93-69C7-4C90-931E-A5484B820028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AB8B62-7D3E-19F8-263C-F02F9910EF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EA11DC-391A-9AC4-A6A0-3E10F94818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9765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3F64E3-6B6D-8E44-5651-DC8522C43CE6}"/>
              </a:ext>
            </a:extLst>
          </p:cNvPr>
          <p:cNvSpPr txBox="1"/>
          <p:nvPr/>
        </p:nvSpPr>
        <p:spPr>
          <a:xfrm>
            <a:off x="345233" y="335902"/>
            <a:ext cx="2584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Driver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A2915F0-39C1-5BDE-B606-A569AF372E5B}"/>
              </a:ext>
            </a:extLst>
          </p:cNvPr>
          <p:cNvSpPr/>
          <p:nvPr/>
        </p:nvSpPr>
        <p:spPr>
          <a:xfrm>
            <a:off x="9703304" y="3150217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Face Ladder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5A05582-EF86-6C17-A39A-AC3BF0D8F848}"/>
              </a:ext>
            </a:extLst>
          </p:cNvPr>
          <p:cNvSpPr/>
          <p:nvPr/>
        </p:nvSpPr>
        <p:spPr>
          <a:xfrm>
            <a:off x="3307337" y="603434"/>
            <a:ext cx="1926144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Approach Depot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B8A222-1AE1-5821-9AE3-A23E99456EFB}"/>
              </a:ext>
            </a:extLst>
          </p:cNvPr>
          <p:cNvSpPr/>
          <p:nvPr/>
        </p:nvSpPr>
        <p:spPr>
          <a:xfrm>
            <a:off x="8664034" y="603435"/>
            <a:ext cx="2078544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Right Bump Drive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8EAFFFD-7FFA-DF97-8D6F-163DB410D776}"/>
              </a:ext>
            </a:extLst>
          </p:cNvPr>
          <p:cNvSpPr/>
          <p:nvPr/>
        </p:nvSpPr>
        <p:spPr>
          <a:xfrm>
            <a:off x="5616035" y="603436"/>
            <a:ext cx="2078544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Left Bump Drive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D3BA39E-8E6C-2C2D-0878-EFC168040B5D}"/>
              </a:ext>
            </a:extLst>
          </p:cNvPr>
          <p:cNvSpPr/>
          <p:nvPr/>
        </p:nvSpPr>
        <p:spPr>
          <a:xfrm>
            <a:off x="9756775" y="5602431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Rotation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8BB9A10-267B-FE78-C476-8D2507C5A16A}"/>
              </a:ext>
            </a:extLst>
          </p:cNvPr>
          <p:cNvSpPr/>
          <p:nvPr/>
        </p:nvSpPr>
        <p:spPr>
          <a:xfrm>
            <a:off x="332791" y="4152149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Field Position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5110AC5-3805-9140-9F6E-0AD3E1D52544}"/>
              </a:ext>
            </a:extLst>
          </p:cNvPr>
          <p:cNvSpPr/>
          <p:nvPr/>
        </p:nvSpPr>
        <p:spPr>
          <a:xfrm>
            <a:off x="3425823" y="1021504"/>
            <a:ext cx="1807658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2"/>
                </a:solidFill>
              </a:rPr>
              <a:t>Approach Outpost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A026A4D-7363-5130-A509-061B8B56255E}"/>
              </a:ext>
            </a:extLst>
          </p:cNvPr>
          <p:cNvSpPr/>
          <p:nvPr/>
        </p:nvSpPr>
        <p:spPr>
          <a:xfrm>
            <a:off x="4635229" y="1477373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Empty Fuel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8685A9-97F2-E16B-0A3B-1D1D73FA3A0C}"/>
              </a:ext>
            </a:extLst>
          </p:cNvPr>
          <p:cNvSpPr/>
          <p:nvPr/>
        </p:nvSpPr>
        <p:spPr>
          <a:xfrm>
            <a:off x="6663158" y="1139840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Goto Climb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73A1792-0975-06F2-DCDC-60A6DB1EF1B9}"/>
              </a:ext>
            </a:extLst>
          </p:cNvPr>
          <p:cNvSpPr/>
          <p:nvPr/>
        </p:nvSpPr>
        <p:spPr>
          <a:xfrm>
            <a:off x="9703305" y="2348722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Aim &amp; Shoot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3A5126C-3CC9-34EA-C4A7-B54817482BDB}"/>
              </a:ext>
            </a:extLst>
          </p:cNvPr>
          <p:cNvSpPr/>
          <p:nvPr/>
        </p:nvSpPr>
        <p:spPr>
          <a:xfrm>
            <a:off x="9703306" y="1477374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Brake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1C4C912-598C-BBCF-680E-57B389A7F861}"/>
              </a:ext>
            </a:extLst>
          </p:cNvPr>
          <p:cNvSpPr/>
          <p:nvPr/>
        </p:nvSpPr>
        <p:spPr>
          <a:xfrm>
            <a:off x="1830288" y="3676252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Auto Climb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A62A4B6-A9C2-7AE0-777A-C5D06132EC4B}"/>
              </a:ext>
            </a:extLst>
          </p:cNvPr>
          <p:cNvSpPr/>
          <p:nvPr/>
        </p:nvSpPr>
        <p:spPr>
          <a:xfrm>
            <a:off x="2134344" y="2991597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Override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37E4E06-F17E-D198-EA49-12FD3963EB64}"/>
              </a:ext>
            </a:extLst>
          </p:cNvPr>
          <p:cNvSpPr/>
          <p:nvPr/>
        </p:nvSpPr>
        <p:spPr>
          <a:xfrm>
            <a:off x="5432996" y="2738408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Intake Fuel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1898AE3-D9F1-A18D-B71E-C2D427EB2E75}"/>
              </a:ext>
            </a:extLst>
          </p:cNvPr>
          <p:cNvSpPr/>
          <p:nvPr/>
        </p:nvSpPr>
        <p:spPr>
          <a:xfrm>
            <a:off x="3837461" y="2250483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Get Off Fuel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58506C8-F57E-39F8-A34E-828E8C47B467}"/>
              </a:ext>
            </a:extLst>
          </p:cNvPr>
          <p:cNvSpPr/>
          <p:nvPr/>
        </p:nvSpPr>
        <p:spPr>
          <a:xfrm>
            <a:off x="6468827" y="2038210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Reset Position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0F0E149-60C3-3DE4-8C7B-AC39623BE23D}"/>
              </a:ext>
            </a:extLst>
          </p:cNvPr>
          <p:cNvSpPr/>
          <p:nvPr/>
        </p:nvSpPr>
        <p:spPr>
          <a:xfrm>
            <a:off x="2093066" y="2525630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Just Shoot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E799CFC-74FE-CB6D-7889-D1DA0A1C77BD}"/>
              </a:ext>
            </a:extLst>
          </p:cNvPr>
          <p:cNvSpPr/>
          <p:nvPr/>
        </p:nvSpPr>
        <p:spPr>
          <a:xfrm>
            <a:off x="1316879" y="4668219"/>
            <a:ext cx="1933508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Straif Hub R -&gt; L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CDB3440-602E-C7AF-02A4-01662A421BA1}"/>
              </a:ext>
            </a:extLst>
          </p:cNvPr>
          <p:cNvSpPr/>
          <p:nvPr/>
        </p:nvSpPr>
        <p:spPr>
          <a:xfrm>
            <a:off x="738356" y="5228226"/>
            <a:ext cx="1933508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Straif Hub L-&gt;R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39706C2-21F2-96CA-4FF0-6CDC8E02EAF1}"/>
              </a:ext>
            </a:extLst>
          </p:cNvPr>
          <p:cNvSpPr/>
          <p:nvPr/>
        </p:nvSpPr>
        <p:spPr>
          <a:xfrm>
            <a:off x="395447" y="1477373"/>
            <a:ext cx="1776927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Retract Climber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71EFF2D-521C-B3E4-0E30-0791FD9741D6}"/>
              </a:ext>
            </a:extLst>
          </p:cNvPr>
          <p:cNvSpPr/>
          <p:nvPr/>
        </p:nvSpPr>
        <p:spPr>
          <a:xfrm>
            <a:off x="393959" y="1934506"/>
            <a:ext cx="1776927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Extend Climber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4FDAC78-85A1-8FDA-45E0-4D17AD3E3FE7}"/>
              </a:ext>
            </a:extLst>
          </p:cNvPr>
          <p:cNvSpPr/>
          <p:nvPr/>
        </p:nvSpPr>
        <p:spPr>
          <a:xfrm>
            <a:off x="8905536" y="3874797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ED871D7-CC1B-4507-C256-0656B10AA032}"/>
              </a:ext>
            </a:extLst>
          </p:cNvPr>
          <p:cNvSpPr/>
          <p:nvPr/>
        </p:nvSpPr>
        <p:spPr>
          <a:xfrm>
            <a:off x="9057936" y="4027197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995BC81-9903-6C07-5912-D3957C575183}"/>
              </a:ext>
            </a:extLst>
          </p:cNvPr>
          <p:cNvSpPr/>
          <p:nvPr/>
        </p:nvSpPr>
        <p:spPr>
          <a:xfrm>
            <a:off x="9210336" y="4179597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D7A8DB9-C713-AA15-2812-CCC07794A7F1}"/>
              </a:ext>
            </a:extLst>
          </p:cNvPr>
          <p:cNvSpPr/>
          <p:nvPr/>
        </p:nvSpPr>
        <p:spPr>
          <a:xfrm>
            <a:off x="9362736" y="4331997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F02DB40-516B-747B-A443-F6075F2E3035}"/>
              </a:ext>
            </a:extLst>
          </p:cNvPr>
          <p:cNvSpPr/>
          <p:nvPr/>
        </p:nvSpPr>
        <p:spPr>
          <a:xfrm>
            <a:off x="9515136" y="4484397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2"/>
              </a:solidFill>
            </a:endParaRP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A85EDB5A-FD4C-2719-C0BA-49AE86CAF06C}"/>
              </a:ext>
            </a:extLst>
          </p:cNvPr>
          <p:cNvGrpSpPr/>
          <p:nvPr/>
        </p:nvGrpSpPr>
        <p:grpSpPr>
          <a:xfrm>
            <a:off x="3674884" y="3283043"/>
            <a:ext cx="4842232" cy="3404835"/>
            <a:chOff x="3674884" y="3283043"/>
            <a:chExt cx="4842232" cy="3404835"/>
          </a:xfrm>
        </p:grpSpPr>
        <p:pic>
          <p:nvPicPr>
            <p:cNvPr id="5" name="Picture 4" descr="A blue video game controller&#10;&#10;AI-generated content may be incorrect.">
              <a:extLst>
                <a:ext uri="{FF2B5EF4-FFF2-40B4-BE49-F238E27FC236}">
                  <a16:creationId xmlns:a16="http://schemas.microsoft.com/office/drawing/2014/main" id="{BE5E009C-9A4B-95EC-4554-819461DED6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74884" y="3283043"/>
              <a:ext cx="4842232" cy="3404835"/>
            </a:xfrm>
            <a:prstGeom prst="rect">
              <a:avLst/>
            </a:prstGeom>
          </p:spPr>
        </p:pic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651F236-D3FE-6452-481B-09721FBE1382}"/>
                </a:ext>
              </a:extLst>
            </p:cNvPr>
            <p:cNvSpPr txBox="1"/>
            <p:nvPr/>
          </p:nvSpPr>
          <p:spPr>
            <a:xfrm>
              <a:off x="8085485" y="3460782"/>
              <a:ext cx="338554" cy="580800"/>
            </a:xfrm>
            <a:prstGeom prst="rect">
              <a:avLst/>
            </a:prstGeom>
            <a:noFill/>
          </p:spPr>
          <p:txBody>
            <a:bodyPr vert="vert270" wrap="none" lIns="0" tIns="0" rIns="91440" bIns="0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bg2"/>
                  </a:solidFill>
                </a:rPr>
                <a:t>Trigger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49A40E2-D488-0000-AA58-B526E86625F3}"/>
                </a:ext>
              </a:extLst>
            </p:cNvPr>
            <p:cNvSpPr txBox="1"/>
            <p:nvPr/>
          </p:nvSpPr>
          <p:spPr>
            <a:xfrm>
              <a:off x="3849640" y="3445315"/>
              <a:ext cx="338554" cy="580800"/>
            </a:xfrm>
            <a:prstGeom prst="rect">
              <a:avLst/>
            </a:prstGeom>
            <a:noFill/>
          </p:spPr>
          <p:txBody>
            <a:bodyPr vert="vert270" wrap="none" lIns="0" tIns="0" rIns="91440" bIns="0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bg2"/>
                  </a:solidFill>
                </a:rPr>
                <a:t>Trigger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C11248B-278B-A234-4B23-5454D180299A}"/>
                </a:ext>
              </a:extLst>
            </p:cNvPr>
            <p:cNvSpPr txBox="1"/>
            <p:nvPr/>
          </p:nvSpPr>
          <p:spPr>
            <a:xfrm rot="5400000">
              <a:off x="7145938" y="3163712"/>
              <a:ext cx="338554" cy="705321"/>
            </a:xfrm>
            <a:prstGeom prst="rect">
              <a:avLst/>
            </a:prstGeom>
            <a:noFill/>
          </p:spPr>
          <p:txBody>
            <a:bodyPr vert="vert270" wrap="none" lIns="0" tIns="0" rIns="91440" bIns="0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Bumper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BF2444FA-53A6-661F-A252-D549FDE48773}"/>
                </a:ext>
              </a:extLst>
            </p:cNvPr>
            <p:cNvSpPr txBox="1"/>
            <p:nvPr/>
          </p:nvSpPr>
          <p:spPr>
            <a:xfrm rot="5400000">
              <a:off x="4835342" y="3163713"/>
              <a:ext cx="338554" cy="705321"/>
            </a:xfrm>
            <a:prstGeom prst="rect">
              <a:avLst/>
            </a:prstGeom>
            <a:noFill/>
          </p:spPr>
          <p:txBody>
            <a:bodyPr vert="vert270" wrap="none" lIns="0" tIns="0" rIns="91440" bIns="0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Bumper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C91A3CDA-940D-348D-BCAF-490642C36BE9}"/>
              </a:ext>
            </a:extLst>
          </p:cNvPr>
          <p:cNvSpPr txBox="1"/>
          <p:nvPr/>
        </p:nvSpPr>
        <p:spPr>
          <a:xfrm rot="5400000">
            <a:off x="6374581" y="3926180"/>
            <a:ext cx="276999" cy="306301"/>
          </a:xfrm>
          <a:prstGeom prst="rect">
            <a:avLst/>
          </a:prstGeom>
          <a:noFill/>
        </p:spPr>
        <p:txBody>
          <a:bodyPr vert="vert270" wrap="none" lIns="0" tIns="0" rIns="91440" bIns="0" rtlCol="0">
            <a:spAutoFit/>
          </a:bodyPr>
          <a:lstStyle/>
          <a:p>
            <a:pPr algn="ctr"/>
            <a:r>
              <a:rPr lang="en-US" sz="12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start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8B36C15-FF92-3AEC-5434-F1B9809B8308}"/>
              </a:ext>
            </a:extLst>
          </p:cNvPr>
          <p:cNvSpPr txBox="1"/>
          <p:nvPr/>
        </p:nvSpPr>
        <p:spPr>
          <a:xfrm rot="5400000">
            <a:off x="5583361" y="3917427"/>
            <a:ext cx="276999" cy="323808"/>
          </a:xfrm>
          <a:prstGeom prst="rect">
            <a:avLst/>
          </a:prstGeom>
          <a:noFill/>
        </p:spPr>
        <p:txBody>
          <a:bodyPr vert="vert270" wrap="none" lIns="0" tIns="0" rIns="91440" bIns="0" rtlCol="0">
            <a:spAutoFit/>
          </a:bodyPr>
          <a:lstStyle/>
          <a:p>
            <a:pPr algn="ctr"/>
            <a:r>
              <a:rPr lang="en-US" sz="12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back</a:t>
            </a:r>
          </a:p>
        </p:txBody>
      </p:sp>
    </p:spTree>
    <p:extLst>
      <p:ext uri="{BB962C8B-B14F-4D97-AF65-F5344CB8AC3E}">
        <p14:creationId xmlns:p14="http://schemas.microsoft.com/office/powerpoint/2010/main" val="15838644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white video game controller&#10;&#10;AI-generated content may be incorrect.">
            <a:extLst>
              <a:ext uri="{FF2B5EF4-FFF2-40B4-BE49-F238E27FC236}">
                <a16:creationId xmlns:a16="http://schemas.microsoft.com/office/drawing/2014/main" id="{80FBD04D-F57C-3CF7-80B9-C7BDF1A1AF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5728" y="3255682"/>
            <a:ext cx="5100544" cy="360231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9DC9F18-5C71-1C67-7875-F6E985B75457}"/>
              </a:ext>
            </a:extLst>
          </p:cNvPr>
          <p:cNvSpPr txBox="1"/>
          <p:nvPr/>
        </p:nvSpPr>
        <p:spPr>
          <a:xfrm>
            <a:off x="345233" y="335902"/>
            <a:ext cx="2584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Shooter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B5697CC-03CB-CE08-D24D-B1023261C902}"/>
              </a:ext>
            </a:extLst>
          </p:cNvPr>
          <p:cNvSpPr/>
          <p:nvPr/>
        </p:nvSpPr>
        <p:spPr>
          <a:xfrm>
            <a:off x="9703304" y="3150217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Face Ladder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D68B21B-BC45-4D8E-3E39-987DC3CFE410}"/>
              </a:ext>
            </a:extLst>
          </p:cNvPr>
          <p:cNvSpPr/>
          <p:nvPr/>
        </p:nvSpPr>
        <p:spPr>
          <a:xfrm>
            <a:off x="3307337" y="603434"/>
            <a:ext cx="1926144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Approach Depot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B91D089-99E6-4C80-CEDD-42DC02C41662}"/>
              </a:ext>
            </a:extLst>
          </p:cNvPr>
          <p:cNvSpPr/>
          <p:nvPr/>
        </p:nvSpPr>
        <p:spPr>
          <a:xfrm>
            <a:off x="8664034" y="603435"/>
            <a:ext cx="2078544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Right Bump Drive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6C29E48-BE65-CBBC-E66E-A7B03C987EF2}"/>
              </a:ext>
            </a:extLst>
          </p:cNvPr>
          <p:cNvSpPr/>
          <p:nvPr/>
        </p:nvSpPr>
        <p:spPr>
          <a:xfrm>
            <a:off x="5616035" y="603436"/>
            <a:ext cx="2078544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Left Bump Drive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4ECC727-D0C1-834D-267E-C1B975329CC9}"/>
              </a:ext>
            </a:extLst>
          </p:cNvPr>
          <p:cNvSpPr/>
          <p:nvPr/>
        </p:nvSpPr>
        <p:spPr>
          <a:xfrm>
            <a:off x="9756775" y="5602431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Rotation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CFEEF3F-66DA-06E9-853D-91A7DA5105F0}"/>
              </a:ext>
            </a:extLst>
          </p:cNvPr>
          <p:cNvSpPr/>
          <p:nvPr/>
        </p:nvSpPr>
        <p:spPr>
          <a:xfrm>
            <a:off x="332791" y="4152149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Field Position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526CD50-9017-5B4D-4931-DC8A76551DCD}"/>
              </a:ext>
            </a:extLst>
          </p:cNvPr>
          <p:cNvSpPr/>
          <p:nvPr/>
        </p:nvSpPr>
        <p:spPr>
          <a:xfrm>
            <a:off x="3425823" y="1021504"/>
            <a:ext cx="1807658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2"/>
                </a:solidFill>
              </a:rPr>
              <a:t>Approach Outpost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CBDD6F5-47EB-E31A-2443-482B3C29A23F}"/>
              </a:ext>
            </a:extLst>
          </p:cNvPr>
          <p:cNvSpPr/>
          <p:nvPr/>
        </p:nvSpPr>
        <p:spPr>
          <a:xfrm>
            <a:off x="4635229" y="1477373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Empty Fuel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2DC017-BF61-5880-3824-D65FA1623FD7}"/>
              </a:ext>
            </a:extLst>
          </p:cNvPr>
          <p:cNvSpPr/>
          <p:nvPr/>
        </p:nvSpPr>
        <p:spPr>
          <a:xfrm>
            <a:off x="6770384" y="1489643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Goto Climb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38E3938-169E-DBC2-8D39-5A597345AB0B}"/>
              </a:ext>
            </a:extLst>
          </p:cNvPr>
          <p:cNvSpPr/>
          <p:nvPr/>
        </p:nvSpPr>
        <p:spPr>
          <a:xfrm>
            <a:off x="9703305" y="2348722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Aim &amp; Shoot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E6234B4-0847-FA69-7472-3D7D0AE90631}"/>
              </a:ext>
            </a:extLst>
          </p:cNvPr>
          <p:cNvSpPr/>
          <p:nvPr/>
        </p:nvSpPr>
        <p:spPr>
          <a:xfrm>
            <a:off x="9703306" y="1477374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Brake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263266B-6E03-53D4-97FE-499955BC35DA}"/>
              </a:ext>
            </a:extLst>
          </p:cNvPr>
          <p:cNvSpPr/>
          <p:nvPr/>
        </p:nvSpPr>
        <p:spPr>
          <a:xfrm>
            <a:off x="1830288" y="3676252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Auto Climb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54D5F66-778A-A89F-468A-3E6C9511C581}"/>
              </a:ext>
            </a:extLst>
          </p:cNvPr>
          <p:cNvSpPr/>
          <p:nvPr/>
        </p:nvSpPr>
        <p:spPr>
          <a:xfrm>
            <a:off x="2134344" y="2991597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Override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169B6A3-0DA2-9D96-0351-4045F2E2F1E1}"/>
              </a:ext>
            </a:extLst>
          </p:cNvPr>
          <p:cNvSpPr/>
          <p:nvPr/>
        </p:nvSpPr>
        <p:spPr>
          <a:xfrm>
            <a:off x="5432996" y="2738408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Intake Fuel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0136852-C263-58AE-B3A2-82BE180C50B1}"/>
              </a:ext>
            </a:extLst>
          </p:cNvPr>
          <p:cNvSpPr/>
          <p:nvPr/>
        </p:nvSpPr>
        <p:spPr>
          <a:xfrm>
            <a:off x="3837461" y="2250483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Get Off Fuel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887B5D4-8008-9128-F533-C1E35FE5B92C}"/>
              </a:ext>
            </a:extLst>
          </p:cNvPr>
          <p:cNvSpPr/>
          <p:nvPr/>
        </p:nvSpPr>
        <p:spPr>
          <a:xfrm>
            <a:off x="6468827" y="2038210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Reset Position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0EA12B-9AD3-C372-4AAA-ACD138FBBC4C}"/>
              </a:ext>
            </a:extLst>
          </p:cNvPr>
          <p:cNvSpPr/>
          <p:nvPr/>
        </p:nvSpPr>
        <p:spPr>
          <a:xfrm>
            <a:off x="2093066" y="2525630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Just Shoot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2D4B113-BD39-01A3-8819-0D80F850C080}"/>
              </a:ext>
            </a:extLst>
          </p:cNvPr>
          <p:cNvSpPr/>
          <p:nvPr/>
        </p:nvSpPr>
        <p:spPr>
          <a:xfrm>
            <a:off x="1316879" y="4668219"/>
            <a:ext cx="1933508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Straif Hub R -&gt; L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C75FC37-3304-3838-2E62-DFA6B8BCE1F4}"/>
              </a:ext>
            </a:extLst>
          </p:cNvPr>
          <p:cNvSpPr/>
          <p:nvPr/>
        </p:nvSpPr>
        <p:spPr>
          <a:xfrm>
            <a:off x="738356" y="5228226"/>
            <a:ext cx="1933508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Straif Hub L-&gt;R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FB3F50A-FFA8-E4EA-EA5C-F47592E5A084}"/>
              </a:ext>
            </a:extLst>
          </p:cNvPr>
          <p:cNvSpPr/>
          <p:nvPr/>
        </p:nvSpPr>
        <p:spPr>
          <a:xfrm>
            <a:off x="395447" y="1477373"/>
            <a:ext cx="1776927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Retract Climber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FC38623-D4B1-E2FF-6BA6-B423FA6F1473}"/>
              </a:ext>
            </a:extLst>
          </p:cNvPr>
          <p:cNvSpPr/>
          <p:nvPr/>
        </p:nvSpPr>
        <p:spPr>
          <a:xfrm>
            <a:off x="393959" y="1934506"/>
            <a:ext cx="1776927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Extend Climber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52C7253-60E3-A184-4D6E-E07579E3A8CC}"/>
              </a:ext>
            </a:extLst>
          </p:cNvPr>
          <p:cNvSpPr/>
          <p:nvPr/>
        </p:nvSpPr>
        <p:spPr>
          <a:xfrm>
            <a:off x="8905536" y="3874797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B6E82EA-1AE1-CFB3-BE12-C33072D8CBE7}"/>
              </a:ext>
            </a:extLst>
          </p:cNvPr>
          <p:cNvSpPr/>
          <p:nvPr/>
        </p:nvSpPr>
        <p:spPr>
          <a:xfrm>
            <a:off x="9057936" y="4027197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36CB937-8976-AE7B-7FE7-929F24F3C592}"/>
              </a:ext>
            </a:extLst>
          </p:cNvPr>
          <p:cNvSpPr/>
          <p:nvPr/>
        </p:nvSpPr>
        <p:spPr>
          <a:xfrm>
            <a:off x="9210336" y="4179597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313DCAD-124D-5850-AD89-3AB6441F9862}"/>
              </a:ext>
            </a:extLst>
          </p:cNvPr>
          <p:cNvSpPr/>
          <p:nvPr/>
        </p:nvSpPr>
        <p:spPr>
          <a:xfrm>
            <a:off x="9362736" y="4331997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30B3026-3929-68C0-D9CA-51C0578C6396}"/>
              </a:ext>
            </a:extLst>
          </p:cNvPr>
          <p:cNvSpPr/>
          <p:nvPr/>
        </p:nvSpPr>
        <p:spPr>
          <a:xfrm>
            <a:off x="9515136" y="4484397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B13644A-9285-9111-3BBE-6AB488C981FF}"/>
              </a:ext>
            </a:extLst>
          </p:cNvPr>
          <p:cNvSpPr txBox="1"/>
          <p:nvPr/>
        </p:nvSpPr>
        <p:spPr>
          <a:xfrm>
            <a:off x="4455776" y="3294796"/>
            <a:ext cx="9772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Bumper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63C2E0C-F6E9-C73C-F7F2-26D2724A3EC5}"/>
              </a:ext>
            </a:extLst>
          </p:cNvPr>
          <p:cNvSpPr txBox="1"/>
          <p:nvPr/>
        </p:nvSpPr>
        <p:spPr>
          <a:xfrm>
            <a:off x="6924656" y="3282792"/>
            <a:ext cx="9772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Bumper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FC26886-D16D-E4C3-22DA-B6459CC232DD}"/>
              </a:ext>
            </a:extLst>
          </p:cNvPr>
          <p:cNvSpPr txBox="1"/>
          <p:nvPr/>
        </p:nvSpPr>
        <p:spPr>
          <a:xfrm>
            <a:off x="3788677" y="3445315"/>
            <a:ext cx="338554" cy="580800"/>
          </a:xfrm>
          <a:prstGeom prst="rect">
            <a:avLst/>
          </a:prstGeom>
          <a:noFill/>
        </p:spPr>
        <p:txBody>
          <a:bodyPr vert="vert270" wrap="none" lIns="0" tIns="0" rIns="91440" bIns="0" rtlCol="0">
            <a:spAutoFit/>
          </a:bodyPr>
          <a:lstStyle/>
          <a:p>
            <a:pPr algn="ctr"/>
            <a:r>
              <a:rPr lang="en-US" sz="1600" dirty="0">
                <a:solidFill>
                  <a:schemeClr val="bg2"/>
                </a:solidFill>
              </a:rPr>
              <a:t>Trigger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AAA1677-C84E-01A0-4838-DEC253AEDD33}"/>
              </a:ext>
            </a:extLst>
          </p:cNvPr>
          <p:cNvSpPr txBox="1"/>
          <p:nvPr/>
        </p:nvSpPr>
        <p:spPr>
          <a:xfrm>
            <a:off x="8214641" y="3429000"/>
            <a:ext cx="338554" cy="580800"/>
          </a:xfrm>
          <a:prstGeom prst="rect">
            <a:avLst/>
          </a:prstGeom>
          <a:noFill/>
        </p:spPr>
        <p:txBody>
          <a:bodyPr vert="vert270" wrap="none" lIns="0" tIns="0" rIns="91440" bIns="0" rtlCol="0">
            <a:spAutoFit/>
          </a:bodyPr>
          <a:lstStyle/>
          <a:p>
            <a:pPr algn="ctr"/>
            <a:r>
              <a:rPr lang="en-US" sz="1600" dirty="0">
                <a:solidFill>
                  <a:schemeClr val="bg2"/>
                </a:solidFill>
              </a:rPr>
              <a:t>Trigger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DD483E6-0944-EC88-9A25-F3839E12ED50}"/>
              </a:ext>
            </a:extLst>
          </p:cNvPr>
          <p:cNvSpPr txBox="1"/>
          <p:nvPr/>
        </p:nvSpPr>
        <p:spPr>
          <a:xfrm rot="5400000">
            <a:off x="6456089" y="3957501"/>
            <a:ext cx="276999" cy="306301"/>
          </a:xfrm>
          <a:prstGeom prst="rect">
            <a:avLst/>
          </a:prstGeom>
          <a:noFill/>
        </p:spPr>
        <p:txBody>
          <a:bodyPr vert="vert270" wrap="none" lIns="0" tIns="0" rIns="91440" bIns="0" rtlCol="0">
            <a:spAutoFit/>
          </a:bodyPr>
          <a:lstStyle/>
          <a:p>
            <a:pPr algn="ctr"/>
            <a:r>
              <a:rPr lang="en-US" sz="12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start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E389938-BC74-9774-0C0E-5E96467866AF}"/>
              </a:ext>
            </a:extLst>
          </p:cNvPr>
          <p:cNvSpPr txBox="1"/>
          <p:nvPr/>
        </p:nvSpPr>
        <p:spPr>
          <a:xfrm rot="5400000">
            <a:off x="5515841" y="3970089"/>
            <a:ext cx="276999" cy="323808"/>
          </a:xfrm>
          <a:prstGeom prst="rect">
            <a:avLst/>
          </a:prstGeom>
          <a:noFill/>
        </p:spPr>
        <p:txBody>
          <a:bodyPr vert="vert270" wrap="none" lIns="0" tIns="0" rIns="91440" bIns="0" rtlCol="0">
            <a:spAutoFit/>
          </a:bodyPr>
          <a:lstStyle/>
          <a:p>
            <a:pPr algn="ctr"/>
            <a:r>
              <a:rPr lang="en-US" sz="12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back</a:t>
            </a:r>
          </a:p>
        </p:txBody>
      </p:sp>
    </p:spTree>
    <p:extLst>
      <p:ext uri="{BB962C8B-B14F-4D97-AF65-F5344CB8AC3E}">
        <p14:creationId xmlns:p14="http://schemas.microsoft.com/office/powerpoint/2010/main" val="12455572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9B50DDD-9F26-7769-EA99-8575A4D3ED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550" r="11291"/>
          <a:stretch>
            <a:fillRect/>
          </a:stretch>
        </p:blipFill>
        <p:spPr>
          <a:xfrm rot="10800000">
            <a:off x="2602522" y="447940"/>
            <a:ext cx="8400421" cy="6410060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67CFD9B-DE7D-05A5-A3F4-90F0BFC1D53E}"/>
              </a:ext>
            </a:extLst>
          </p:cNvPr>
          <p:cNvCxnSpPr/>
          <p:nvPr/>
        </p:nvCxnSpPr>
        <p:spPr>
          <a:xfrm flipV="1">
            <a:off x="2893925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5D846A5-CB70-F4FF-0C73-5301A1005282}"/>
              </a:ext>
            </a:extLst>
          </p:cNvPr>
          <p:cNvCxnSpPr/>
          <p:nvPr/>
        </p:nvCxnSpPr>
        <p:spPr>
          <a:xfrm flipV="1">
            <a:off x="617382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7F433E0-4F27-49C8-F8DE-12B3CB323FE5}"/>
              </a:ext>
            </a:extLst>
          </p:cNvPr>
          <p:cNvSpPr txBox="1"/>
          <p:nvPr/>
        </p:nvSpPr>
        <p:spPr>
          <a:xfrm>
            <a:off x="4124527" y="207220"/>
            <a:ext cx="10408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15’ – 2”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64EB9C5-7C2E-790F-423E-D639C294633C}"/>
              </a:ext>
            </a:extLst>
          </p:cNvPr>
          <p:cNvCxnSpPr/>
          <p:nvPr/>
        </p:nvCxnSpPr>
        <p:spPr>
          <a:xfrm>
            <a:off x="4980562" y="391886"/>
            <a:ext cx="119325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A187084-3633-5124-9AAD-27CBBC0AA1A3}"/>
              </a:ext>
            </a:extLst>
          </p:cNvPr>
          <p:cNvCxnSpPr>
            <a:stCxn id="10" idx="1"/>
          </p:cNvCxnSpPr>
          <p:nvPr/>
        </p:nvCxnSpPr>
        <p:spPr>
          <a:xfrm flipH="1">
            <a:off x="2893925" y="391886"/>
            <a:ext cx="123060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8FEC2BC5-7AED-CDE6-F7CA-A5827780AAFE}"/>
              </a:ext>
            </a:extLst>
          </p:cNvPr>
          <p:cNvSpPr txBox="1"/>
          <p:nvPr/>
        </p:nvSpPr>
        <p:spPr>
          <a:xfrm>
            <a:off x="6846630" y="207220"/>
            <a:ext cx="1115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11’-11”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70E18FE-0E83-1549-B5F0-E19EC8C415D4}"/>
              </a:ext>
            </a:extLst>
          </p:cNvPr>
          <p:cNvCxnSpPr/>
          <p:nvPr/>
        </p:nvCxnSpPr>
        <p:spPr>
          <a:xfrm flipH="1">
            <a:off x="6245157" y="391886"/>
            <a:ext cx="739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5B00D9C-91FA-49C0-9A29-87037834774E}"/>
              </a:ext>
            </a:extLst>
          </p:cNvPr>
          <p:cNvCxnSpPr/>
          <p:nvPr/>
        </p:nvCxnSpPr>
        <p:spPr>
          <a:xfrm flipV="1">
            <a:off x="872571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2167E87-77C6-DF48-C808-B355E62D599B}"/>
              </a:ext>
            </a:extLst>
          </p:cNvPr>
          <p:cNvCxnSpPr/>
          <p:nvPr/>
        </p:nvCxnSpPr>
        <p:spPr>
          <a:xfrm>
            <a:off x="7801583" y="391886"/>
            <a:ext cx="8949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6A65735-A8CC-3A69-6FA4-371F403ECD00}"/>
              </a:ext>
            </a:extLst>
          </p:cNvPr>
          <p:cNvCxnSpPr>
            <a:cxnSpLocks/>
          </p:cNvCxnSpPr>
          <p:nvPr/>
        </p:nvCxnSpPr>
        <p:spPr>
          <a:xfrm flipH="1">
            <a:off x="1867711" y="787940"/>
            <a:ext cx="8560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85C8DFA-6E96-0E54-F5B9-94802962801D}"/>
              </a:ext>
            </a:extLst>
          </p:cNvPr>
          <p:cNvCxnSpPr>
            <a:cxnSpLocks/>
            <a:endCxn id="5" idx="3"/>
          </p:cNvCxnSpPr>
          <p:nvPr/>
        </p:nvCxnSpPr>
        <p:spPr>
          <a:xfrm>
            <a:off x="2235116" y="3652970"/>
            <a:ext cx="36740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5D89150-7413-ECDC-940D-59A0A3D1CD5D}"/>
              </a:ext>
            </a:extLst>
          </p:cNvPr>
          <p:cNvCxnSpPr/>
          <p:nvPr/>
        </p:nvCxnSpPr>
        <p:spPr>
          <a:xfrm flipH="1">
            <a:off x="1867711" y="6439711"/>
            <a:ext cx="73481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03AB9B3-2CB6-3048-47FD-07FACBF21F40}"/>
              </a:ext>
            </a:extLst>
          </p:cNvPr>
          <p:cNvCxnSpPr/>
          <p:nvPr/>
        </p:nvCxnSpPr>
        <p:spPr>
          <a:xfrm flipV="1">
            <a:off x="2332393" y="787940"/>
            <a:ext cx="0" cy="7101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96786020-3053-E701-DB4C-FE04D96708D7}"/>
              </a:ext>
            </a:extLst>
          </p:cNvPr>
          <p:cNvCxnSpPr/>
          <p:nvPr/>
        </p:nvCxnSpPr>
        <p:spPr>
          <a:xfrm>
            <a:off x="2332393" y="1760706"/>
            <a:ext cx="0" cy="18922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8ACE21BC-91A9-4181-57BB-20157664BF64}"/>
              </a:ext>
            </a:extLst>
          </p:cNvPr>
          <p:cNvCxnSpPr/>
          <p:nvPr/>
        </p:nvCxnSpPr>
        <p:spPr>
          <a:xfrm flipV="1">
            <a:off x="2062264" y="787940"/>
            <a:ext cx="0" cy="48638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158B8029-A709-54A6-75B5-00648E4F87AC}"/>
              </a:ext>
            </a:extLst>
          </p:cNvPr>
          <p:cNvCxnSpPr/>
          <p:nvPr/>
        </p:nvCxnSpPr>
        <p:spPr>
          <a:xfrm>
            <a:off x="2062264" y="6050604"/>
            <a:ext cx="0" cy="3891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A80C1738-B9B4-AAA9-C21E-69AC380459D1}"/>
              </a:ext>
            </a:extLst>
          </p:cNvPr>
          <p:cNvSpPr txBox="1"/>
          <p:nvPr/>
        </p:nvSpPr>
        <p:spPr>
          <a:xfrm>
            <a:off x="1867711" y="1498060"/>
            <a:ext cx="1026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13’- 3”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5A31091-E868-C733-5185-F7D88D35F3EC}"/>
              </a:ext>
            </a:extLst>
          </p:cNvPr>
          <p:cNvSpPr txBox="1"/>
          <p:nvPr/>
        </p:nvSpPr>
        <p:spPr>
          <a:xfrm>
            <a:off x="1678395" y="5690998"/>
            <a:ext cx="856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26’- 7”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DF6BE33-D78F-F2AF-A67B-3F97A2091FE7}"/>
              </a:ext>
            </a:extLst>
          </p:cNvPr>
          <p:cNvSpPr/>
          <p:nvPr/>
        </p:nvSpPr>
        <p:spPr>
          <a:xfrm>
            <a:off x="5343727" y="1027427"/>
            <a:ext cx="466928" cy="46692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S1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F37C460-1616-14EF-77EB-FA04502FF910}"/>
              </a:ext>
            </a:extLst>
          </p:cNvPr>
          <p:cNvSpPr/>
          <p:nvPr/>
        </p:nvSpPr>
        <p:spPr>
          <a:xfrm>
            <a:off x="5293166" y="2706837"/>
            <a:ext cx="466928" cy="46692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S2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B45FDBB-C29F-46BF-3A52-5AE0F3439DC1}"/>
              </a:ext>
            </a:extLst>
          </p:cNvPr>
          <p:cNvSpPr/>
          <p:nvPr/>
        </p:nvSpPr>
        <p:spPr>
          <a:xfrm>
            <a:off x="5293166" y="4186136"/>
            <a:ext cx="466928" cy="46692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S3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1F99331-A028-0716-267A-FC2ED21E25A8}"/>
              </a:ext>
            </a:extLst>
          </p:cNvPr>
          <p:cNvSpPr/>
          <p:nvPr/>
        </p:nvSpPr>
        <p:spPr>
          <a:xfrm>
            <a:off x="5343727" y="5778229"/>
            <a:ext cx="466928" cy="46692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S4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10245D3-5761-18B8-7ED7-F7539E0612C5}"/>
              </a:ext>
            </a:extLst>
          </p:cNvPr>
          <p:cNvSpPr/>
          <p:nvPr/>
        </p:nvSpPr>
        <p:spPr>
          <a:xfrm>
            <a:off x="3509226" y="3049740"/>
            <a:ext cx="466928" cy="46692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C1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62C5265-7370-9FA1-003E-B3D2379F2C55}"/>
              </a:ext>
            </a:extLst>
          </p:cNvPr>
          <p:cNvSpPr/>
          <p:nvPr/>
        </p:nvSpPr>
        <p:spPr>
          <a:xfrm>
            <a:off x="3332740" y="4233903"/>
            <a:ext cx="466928" cy="46692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0E91C76-CA37-AE35-5996-DBB394B403D0}"/>
              </a:ext>
            </a:extLst>
          </p:cNvPr>
          <p:cNvSpPr txBox="1"/>
          <p:nvPr/>
        </p:nvSpPr>
        <p:spPr>
          <a:xfrm>
            <a:off x="8696528" y="888051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Neutral   Zone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76A8393-6DF5-94BF-A9A0-6987886E8715}"/>
              </a:ext>
            </a:extLst>
          </p:cNvPr>
          <p:cNvSpPr txBox="1"/>
          <p:nvPr/>
        </p:nvSpPr>
        <p:spPr>
          <a:xfrm>
            <a:off x="260823" y="207220"/>
            <a:ext cx="177225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Autonomous Start &amp; End Positions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B814D1F-3CCB-87BC-CF0C-772386C49A12}"/>
              </a:ext>
            </a:extLst>
          </p:cNvPr>
          <p:cNvSpPr txBox="1"/>
          <p:nvPr/>
        </p:nvSpPr>
        <p:spPr>
          <a:xfrm>
            <a:off x="2940927" y="817271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Alliance Zone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6FD4AE3-684C-9359-A0AA-1662D15496D1}"/>
              </a:ext>
            </a:extLst>
          </p:cNvPr>
          <p:cNvSpPr txBox="1"/>
          <p:nvPr/>
        </p:nvSpPr>
        <p:spPr>
          <a:xfrm>
            <a:off x="201086" y="2106672"/>
            <a:ext cx="162859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Coordinates</a:t>
            </a:r>
          </a:p>
          <a:p>
            <a:pPr algn="ctr"/>
            <a:r>
              <a:rPr lang="en-US" sz="1600" dirty="0"/>
              <a:t> (x, y) – </a:t>
            </a:r>
            <a:r>
              <a:rPr lang="en-US" sz="900" dirty="0"/>
              <a:t>meters</a:t>
            </a:r>
          </a:p>
          <a:p>
            <a:pPr algn="ctr"/>
            <a:endParaRPr lang="en-US" sz="1600" dirty="0"/>
          </a:p>
          <a:p>
            <a:pPr indent="285750"/>
            <a:r>
              <a:rPr lang="en-US" sz="1600" dirty="0"/>
              <a:t>S1- 3.8, 7.5</a:t>
            </a:r>
          </a:p>
          <a:p>
            <a:pPr indent="285750"/>
            <a:r>
              <a:rPr lang="en-US" sz="1600" dirty="0"/>
              <a:t>S2- 3.7, 5.0</a:t>
            </a:r>
          </a:p>
          <a:p>
            <a:pPr indent="285750"/>
            <a:r>
              <a:rPr lang="en-US" sz="1600" dirty="0"/>
              <a:t>S3- 3.7, 2.8</a:t>
            </a:r>
          </a:p>
          <a:p>
            <a:pPr indent="285750"/>
            <a:r>
              <a:rPr lang="en-US" sz="1600" dirty="0"/>
              <a:t>S4- 3.8, 0.7</a:t>
            </a:r>
          </a:p>
          <a:p>
            <a:pPr indent="285750"/>
            <a:endParaRPr lang="en-US" sz="1600" dirty="0"/>
          </a:p>
          <a:p>
            <a:pPr indent="285750"/>
            <a:r>
              <a:rPr lang="en-US" sz="1600" dirty="0"/>
              <a:t>C1- 1.3, 4.6</a:t>
            </a:r>
          </a:p>
          <a:p>
            <a:pPr indent="285750"/>
            <a:r>
              <a:rPr lang="en-US" sz="1600" dirty="0"/>
              <a:t>C2- 0.9, 2.9</a:t>
            </a:r>
          </a:p>
        </p:txBody>
      </p:sp>
    </p:spTree>
    <p:extLst>
      <p:ext uri="{BB962C8B-B14F-4D97-AF65-F5344CB8AC3E}">
        <p14:creationId xmlns:p14="http://schemas.microsoft.com/office/powerpoint/2010/main" val="4250725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D4248F-BAFC-DA8A-700D-56C75C01F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35CC9F3-7CD8-4AA4-F0E1-141B0A20D8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550" r="11291"/>
          <a:stretch>
            <a:fillRect/>
          </a:stretch>
        </p:blipFill>
        <p:spPr>
          <a:xfrm rot="10800000">
            <a:off x="2602522" y="447940"/>
            <a:ext cx="8400421" cy="6410060"/>
          </a:xfrm>
          <a:prstGeom prst="rect">
            <a:avLst/>
          </a:prstGeom>
        </p:spPr>
      </p:pic>
      <p:sp>
        <p:nvSpPr>
          <p:cNvPr id="44" name="Rectangle 43">
            <a:extLst>
              <a:ext uri="{FF2B5EF4-FFF2-40B4-BE49-F238E27FC236}">
                <a16:creationId xmlns:a16="http://schemas.microsoft.com/office/drawing/2014/main" id="{AB59C961-3696-03C9-3E25-29BB556001EA}"/>
              </a:ext>
            </a:extLst>
          </p:cNvPr>
          <p:cNvSpPr/>
          <p:nvPr/>
        </p:nvSpPr>
        <p:spPr>
          <a:xfrm>
            <a:off x="5218585" y="2579483"/>
            <a:ext cx="466928" cy="466928"/>
          </a:xfrm>
          <a:prstGeom prst="rect">
            <a:avLst/>
          </a:prstGeom>
          <a:solidFill>
            <a:schemeClr val="accent3">
              <a:lumMod val="40000"/>
              <a:lumOff val="60000"/>
              <a:alpha val="54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A3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B5D64C9-8C6A-0139-4AFA-6E04EE524950}"/>
              </a:ext>
            </a:extLst>
          </p:cNvPr>
          <p:cNvCxnSpPr/>
          <p:nvPr/>
        </p:nvCxnSpPr>
        <p:spPr>
          <a:xfrm flipV="1">
            <a:off x="2893925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387EDA1-6135-5BC6-04CE-EA6DC907CD09}"/>
              </a:ext>
            </a:extLst>
          </p:cNvPr>
          <p:cNvCxnSpPr/>
          <p:nvPr/>
        </p:nvCxnSpPr>
        <p:spPr>
          <a:xfrm flipV="1">
            <a:off x="617382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247C4AD1-9A9A-69D4-8520-90FDDA04ABEB}"/>
              </a:ext>
            </a:extLst>
          </p:cNvPr>
          <p:cNvSpPr txBox="1"/>
          <p:nvPr/>
        </p:nvSpPr>
        <p:spPr>
          <a:xfrm>
            <a:off x="4124527" y="207220"/>
            <a:ext cx="10408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15’ – 2”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4E15653-9E7E-F05F-E088-D4ED56A87D60}"/>
              </a:ext>
            </a:extLst>
          </p:cNvPr>
          <p:cNvCxnSpPr/>
          <p:nvPr/>
        </p:nvCxnSpPr>
        <p:spPr>
          <a:xfrm>
            <a:off x="4980562" y="391886"/>
            <a:ext cx="119325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2ED39BC-E8C6-E91F-C9DD-87EB68B17C0F}"/>
              </a:ext>
            </a:extLst>
          </p:cNvPr>
          <p:cNvCxnSpPr>
            <a:stCxn id="10" idx="1"/>
          </p:cNvCxnSpPr>
          <p:nvPr/>
        </p:nvCxnSpPr>
        <p:spPr>
          <a:xfrm flipH="1">
            <a:off x="2893925" y="391886"/>
            <a:ext cx="123060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5982180-9178-7DCD-D898-C138B580FD7B}"/>
              </a:ext>
            </a:extLst>
          </p:cNvPr>
          <p:cNvSpPr txBox="1"/>
          <p:nvPr/>
        </p:nvSpPr>
        <p:spPr>
          <a:xfrm>
            <a:off x="6846630" y="207220"/>
            <a:ext cx="1115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11’-11”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78A0986-CA72-6B41-A1E1-294473A3D721}"/>
              </a:ext>
            </a:extLst>
          </p:cNvPr>
          <p:cNvCxnSpPr/>
          <p:nvPr/>
        </p:nvCxnSpPr>
        <p:spPr>
          <a:xfrm flipH="1">
            <a:off x="6245157" y="391886"/>
            <a:ext cx="739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1BBFB1C-8E47-46AB-4017-0BB6A6047510}"/>
              </a:ext>
            </a:extLst>
          </p:cNvPr>
          <p:cNvCxnSpPr/>
          <p:nvPr/>
        </p:nvCxnSpPr>
        <p:spPr>
          <a:xfrm flipV="1">
            <a:off x="872571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E7B8991-ED28-DF23-E520-243AE181DDF9}"/>
              </a:ext>
            </a:extLst>
          </p:cNvPr>
          <p:cNvCxnSpPr/>
          <p:nvPr/>
        </p:nvCxnSpPr>
        <p:spPr>
          <a:xfrm>
            <a:off x="7801583" y="391886"/>
            <a:ext cx="8949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8644650-2489-5253-F6AA-3A2F443EDFC8}"/>
              </a:ext>
            </a:extLst>
          </p:cNvPr>
          <p:cNvCxnSpPr>
            <a:cxnSpLocks/>
          </p:cNvCxnSpPr>
          <p:nvPr/>
        </p:nvCxnSpPr>
        <p:spPr>
          <a:xfrm flipH="1">
            <a:off x="1867711" y="787940"/>
            <a:ext cx="8560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40DE5C4-9D5B-4811-9077-8B763F3CB363}"/>
              </a:ext>
            </a:extLst>
          </p:cNvPr>
          <p:cNvCxnSpPr>
            <a:cxnSpLocks/>
            <a:endCxn id="5" idx="3"/>
          </p:cNvCxnSpPr>
          <p:nvPr/>
        </p:nvCxnSpPr>
        <p:spPr>
          <a:xfrm>
            <a:off x="2235116" y="3652970"/>
            <a:ext cx="36740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FD341D9-5AA4-76DD-6322-92939003CB90}"/>
              </a:ext>
            </a:extLst>
          </p:cNvPr>
          <p:cNvCxnSpPr/>
          <p:nvPr/>
        </p:nvCxnSpPr>
        <p:spPr>
          <a:xfrm flipH="1">
            <a:off x="1867711" y="6439711"/>
            <a:ext cx="73481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E937E883-5B27-D803-8587-385C72842291}"/>
              </a:ext>
            </a:extLst>
          </p:cNvPr>
          <p:cNvCxnSpPr/>
          <p:nvPr/>
        </p:nvCxnSpPr>
        <p:spPr>
          <a:xfrm flipV="1">
            <a:off x="2332393" y="787940"/>
            <a:ext cx="0" cy="7101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FC3030A-6F2D-A0F1-7944-6AC805733D2D}"/>
              </a:ext>
            </a:extLst>
          </p:cNvPr>
          <p:cNvCxnSpPr/>
          <p:nvPr/>
        </p:nvCxnSpPr>
        <p:spPr>
          <a:xfrm>
            <a:off x="2332393" y="1760706"/>
            <a:ext cx="0" cy="18922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5A10180-6C41-890E-5036-B4B3E5524029}"/>
              </a:ext>
            </a:extLst>
          </p:cNvPr>
          <p:cNvCxnSpPr/>
          <p:nvPr/>
        </p:nvCxnSpPr>
        <p:spPr>
          <a:xfrm flipV="1">
            <a:off x="2062264" y="787940"/>
            <a:ext cx="0" cy="48638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4A28019C-8495-618E-FB7C-3CB674ABBBF9}"/>
              </a:ext>
            </a:extLst>
          </p:cNvPr>
          <p:cNvCxnSpPr/>
          <p:nvPr/>
        </p:nvCxnSpPr>
        <p:spPr>
          <a:xfrm>
            <a:off x="2062264" y="6050604"/>
            <a:ext cx="0" cy="3891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7C34121-AAE7-8CA5-5A30-653E250EDC92}"/>
              </a:ext>
            </a:extLst>
          </p:cNvPr>
          <p:cNvSpPr txBox="1"/>
          <p:nvPr/>
        </p:nvSpPr>
        <p:spPr>
          <a:xfrm>
            <a:off x="1867711" y="1498060"/>
            <a:ext cx="1026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13’- 3”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8BC7468-5105-FDC7-B74A-392D86DF962E}"/>
              </a:ext>
            </a:extLst>
          </p:cNvPr>
          <p:cNvSpPr txBox="1"/>
          <p:nvPr/>
        </p:nvSpPr>
        <p:spPr>
          <a:xfrm>
            <a:off x="1678395" y="5690998"/>
            <a:ext cx="856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26’- 7”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B9DAA7B-237F-0924-745C-488A16E0630D}"/>
              </a:ext>
            </a:extLst>
          </p:cNvPr>
          <p:cNvSpPr/>
          <p:nvPr/>
        </p:nvSpPr>
        <p:spPr>
          <a:xfrm>
            <a:off x="5219423" y="2027091"/>
            <a:ext cx="466928" cy="46692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  <a:alpha val="48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A1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5FF6F4E-7535-0E17-50C6-67E50C766985}"/>
              </a:ext>
            </a:extLst>
          </p:cNvPr>
          <p:cNvSpPr/>
          <p:nvPr/>
        </p:nvSpPr>
        <p:spPr>
          <a:xfrm>
            <a:off x="5150492" y="2299189"/>
            <a:ext cx="466928" cy="466928"/>
          </a:xfrm>
          <a:prstGeom prst="rect">
            <a:avLst/>
          </a:prstGeom>
          <a:solidFill>
            <a:schemeClr val="accent2">
              <a:lumMod val="60000"/>
              <a:lumOff val="40000"/>
              <a:alpha val="5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A2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7F31813-8F09-F1A7-1DCB-15A8058456DD}"/>
              </a:ext>
            </a:extLst>
          </p:cNvPr>
          <p:cNvSpPr/>
          <p:nvPr/>
        </p:nvSpPr>
        <p:spPr>
          <a:xfrm>
            <a:off x="3395271" y="1867392"/>
            <a:ext cx="466928" cy="466928"/>
          </a:xfrm>
          <a:prstGeom prst="rect">
            <a:avLst/>
          </a:prstGeom>
          <a:solidFill>
            <a:schemeClr val="accent6">
              <a:lumMod val="40000"/>
              <a:lumOff val="60000"/>
              <a:alpha val="46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D1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0669ED3-CD83-7831-2E4A-73E1AFB88A42}"/>
              </a:ext>
            </a:extLst>
          </p:cNvPr>
          <p:cNvSpPr/>
          <p:nvPr/>
        </p:nvSpPr>
        <p:spPr>
          <a:xfrm>
            <a:off x="2963044" y="5778229"/>
            <a:ext cx="466928" cy="46692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O1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2C0D62-4EA0-A84B-2C43-0F356C43C098}"/>
              </a:ext>
            </a:extLst>
          </p:cNvPr>
          <p:cNvSpPr txBox="1"/>
          <p:nvPr/>
        </p:nvSpPr>
        <p:spPr>
          <a:xfrm>
            <a:off x="260823" y="207220"/>
            <a:ext cx="177225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Crossing &amp; Game Piece Positions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4C4225-528C-FAFD-61CD-F20481E79D92}"/>
              </a:ext>
            </a:extLst>
          </p:cNvPr>
          <p:cNvSpPr txBox="1"/>
          <p:nvPr/>
        </p:nvSpPr>
        <p:spPr>
          <a:xfrm>
            <a:off x="8769379" y="897102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Neutral   Zone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B767EC-481F-18EF-CF24-1561154D9AD7}"/>
              </a:ext>
            </a:extLst>
          </p:cNvPr>
          <p:cNvSpPr txBox="1"/>
          <p:nvPr/>
        </p:nvSpPr>
        <p:spPr>
          <a:xfrm>
            <a:off x="2940927" y="817271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Alliance Zone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B19B74E-0A17-007A-E878-4C7D54B9022F}"/>
              </a:ext>
            </a:extLst>
          </p:cNvPr>
          <p:cNvSpPr/>
          <p:nvPr/>
        </p:nvSpPr>
        <p:spPr>
          <a:xfrm>
            <a:off x="3395271" y="2261071"/>
            <a:ext cx="466928" cy="466928"/>
          </a:xfrm>
          <a:prstGeom prst="rect">
            <a:avLst/>
          </a:prstGeom>
          <a:solidFill>
            <a:schemeClr val="accent6">
              <a:lumMod val="40000"/>
              <a:lumOff val="60000"/>
              <a:alpha val="54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47F4142-7501-22CD-9B75-5C0DFB0150BB}"/>
              </a:ext>
            </a:extLst>
          </p:cNvPr>
          <p:cNvSpPr/>
          <p:nvPr/>
        </p:nvSpPr>
        <p:spPr>
          <a:xfrm>
            <a:off x="6614807" y="2027091"/>
            <a:ext cx="465287" cy="466928"/>
          </a:xfrm>
          <a:prstGeom prst="rect">
            <a:avLst/>
          </a:prstGeom>
          <a:solidFill>
            <a:schemeClr val="accent5">
              <a:lumMod val="40000"/>
              <a:lumOff val="60000"/>
              <a:alpha val="51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N1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68FF492-E23E-CFAF-D104-17927AADB1BD}"/>
              </a:ext>
            </a:extLst>
          </p:cNvPr>
          <p:cNvSpPr/>
          <p:nvPr/>
        </p:nvSpPr>
        <p:spPr>
          <a:xfrm>
            <a:off x="6672249" y="2270687"/>
            <a:ext cx="466928" cy="466928"/>
          </a:xfrm>
          <a:prstGeom prst="rect">
            <a:avLst/>
          </a:prstGeom>
          <a:solidFill>
            <a:schemeClr val="accent2">
              <a:lumMod val="60000"/>
              <a:lumOff val="40000"/>
              <a:alpha val="5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N2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911689B-315D-85E7-6146-CE49FAC4F925}"/>
              </a:ext>
            </a:extLst>
          </p:cNvPr>
          <p:cNvSpPr/>
          <p:nvPr/>
        </p:nvSpPr>
        <p:spPr>
          <a:xfrm>
            <a:off x="6614808" y="2551494"/>
            <a:ext cx="466928" cy="466928"/>
          </a:xfrm>
          <a:prstGeom prst="rect">
            <a:avLst/>
          </a:prstGeom>
          <a:solidFill>
            <a:schemeClr val="accent3">
              <a:lumMod val="40000"/>
              <a:lumOff val="60000"/>
              <a:alpha val="54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N3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DB8492B-5C8E-756A-F71B-9D97D7B861EA}"/>
              </a:ext>
            </a:extLst>
          </p:cNvPr>
          <p:cNvSpPr/>
          <p:nvPr/>
        </p:nvSpPr>
        <p:spPr>
          <a:xfrm>
            <a:off x="5216943" y="4831434"/>
            <a:ext cx="466928" cy="466928"/>
          </a:xfrm>
          <a:prstGeom prst="rect">
            <a:avLst/>
          </a:prstGeom>
          <a:solidFill>
            <a:schemeClr val="accent3">
              <a:lumMod val="40000"/>
              <a:lumOff val="60000"/>
              <a:alpha val="54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A6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F5D0803-AB42-78EA-05F5-C1A7A93C1508}"/>
              </a:ext>
            </a:extLst>
          </p:cNvPr>
          <p:cNvSpPr/>
          <p:nvPr/>
        </p:nvSpPr>
        <p:spPr>
          <a:xfrm>
            <a:off x="5217781" y="4287751"/>
            <a:ext cx="466928" cy="46692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  <a:alpha val="48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A4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A27DE07-00AD-7113-708B-7BAA4FD03616}"/>
              </a:ext>
            </a:extLst>
          </p:cNvPr>
          <p:cNvSpPr/>
          <p:nvPr/>
        </p:nvSpPr>
        <p:spPr>
          <a:xfrm>
            <a:off x="5148850" y="4559849"/>
            <a:ext cx="466928" cy="466928"/>
          </a:xfrm>
          <a:prstGeom prst="rect">
            <a:avLst/>
          </a:prstGeom>
          <a:solidFill>
            <a:schemeClr val="accent2">
              <a:lumMod val="60000"/>
              <a:lumOff val="40000"/>
              <a:alpha val="5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A5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0E14AF4-F66C-E05D-41B4-4C8E57B63695}"/>
              </a:ext>
            </a:extLst>
          </p:cNvPr>
          <p:cNvSpPr/>
          <p:nvPr/>
        </p:nvSpPr>
        <p:spPr>
          <a:xfrm>
            <a:off x="6613166" y="4287751"/>
            <a:ext cx="466928" cy="466928"/>
          </a:xfrm>
          <a:prstGeom prst="rect">
            <a:avLst/>
          </a:prstGeom>
          <a:solidFill>
            <a:schemeClr val="accent5">
              <a:lumMod val="40000"/>
              <a:lumOff val="60000"/>
              <a:alpha val="51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N4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C86FF98-785C-4306-A6F8-CBE8D53875D0}"/>
              </a:ext>
            </a:extLst>
          </p:cNvPr>
          <p:cNvSpPr/>
          <p:nvPr/>
        </p:nvSpPr>
        <p:spPr>
          <a:xfrm>
            <a:off x="6670607" y="4531347"/>
            <a:ext cx="466928" cy="466928"/>
          </a:xfrm>
          <a:prstGeom prst="rect">
            <a:avLst/>
          </a:prstGeom>
          <a:solidFill>
            <a:schemeClr val="accent2">
              <a:lumMod val="60000"/>
              <a:lumOff val="40000"/>
              <a:alpha val="5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N5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68A24AD-8785-C327-6477-1A224574605A}"/>
              </a:ext>
            </a:extLst>
          </p:cNvPr>
          <p:cNvSpPr/>
          <p:nvPr/>
        </p:nvSpPr>
        <p:spPr>
          <a:xfrm>
            <a:off x="6613166" y="4812154"/>
            <a:ext cx="466928" cy="466928"/>
          </a:xfrm>
          <a:prstGeom prst="rect">
            <a:avLst/>
          </a:prstGeom>
          <a:solidFill>
            <a:schemeClr val="accent3">
              <a:lumMod val="40000"/>
              <a:lumOff val="60000"/>
              <a:alpha val="54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N6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1F0821-2990-31E5-EEBA-16A76089DEE4}"/>
              </a:ext>
            </a:extLst>
          </p:cNvPr>
          <p:cNvSpPr txBox="1"/>
          <p:nvPr/>
        </p:nvSpPr>
        <p:spPr>
          <a:xfrm>
            <a:off x="209938" y="1203918"/>
            <a:ext cx="1628590" cy="5755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Coordinates</a:t>
            </a:r>
          </a:p>
          <a:p>
            <a:pPr algn="ctr"/>
            <a:r>
              <a:rPr lang="en-US" sz="1600" dirty="0"/>
              <a:t> (x, y) – </a:t>
            </a:r>
            <a:r>
              <a:rPr lang="en-US" sz="900" dirty="0"/>
              <a:t>meters</a:t>
            </a:r>
          </a:p>
          <a:p>
            <a:pPr algn="ctr"/>
            <a:endParaRPr lang="en-US" sz="1400" dirty="0"/>
          </a:p>
          <a:p>
            <a:pPr indent="285750"/>
            <a:r>
              <a:rPr lang="en-US" sz="1400" dirty="0"/>
              <a:t>A1 – 3.5, 5.9</a:t>
            </a:r>
          </a:p>
          <a:p>
            <a:pPr indent="285750"/>
            <a:r>
              <a:rPr lang="en-US" sz="1400" dirty="0"/>
              <a:t>N1 – 5.8, 5.9</a:t>
            </a:r>
          </a:p>
          <a:p>
            <a:pPr indent="285750"/>
            <a:endParaRPr lang="en-US" sz="1400" dirty="0"/>
          </a:p>
          <a:p>
            <a:pPr indent="285750"/>
            <a:r>
              <a:rPr lang="en-US" sz="1400" dirty="0"/>
              <a:t>A2 – 3.4 </a:t>
            </a:r>
            <a:r>
              <a:rPr lang="en-US" sz="1400"/>
              <a:t>, 5.5 </a:t>
            </a:r>
            <a:endParaRPr lang="en-US" sz="1400" dirty="0"/>
          </a:p>
          <a:p>
            <a:pPr indent="285750"/>
            <a:r>
              <a:rPr lang="en-US" sz="1400" dirty="0"/>
              <a:t>N2 – 5.8, 5.5</a:t>
            </a:r>
          </a:p>
          <a:p>
            <a:pPr indent="285750"/>
            <a:endParaRPr lang="en-US" sz="1400" dirty="0"/>
          </a:p>
          <a:p>
            <a:pPr indent="285750"/>
            <a:r>
              <a:rPr lang="en-US" sz="1400" dirty="0"/>
              <a:t>A3 – 3.5, 5.2</a:t>
            </a:r>
          </a:p>
          <a:p>
            <a:pPr indent="285750"/>
            <a:r>
              <a:rPr lang="en-US" sz="1400" dirty="0"/>
              <a:t>N3- , 5.2</a:t>
            </a:r>
          </a:p>
          <a:p>
            <a:pPr indent="285750"/>
            <a:endParaRPr lang="en-US" sz="1400" dirty="0"/>
          </a:p>
          <a:p>
            <a:pPr indent="285750"/>
            <a:r>
              <a:rPr lang="en-US" sz="1400" dirty="0"/>
              <a:t>A4- 3.5,</a:t>
            </a:r>
          </a:p>
          <a:p>
            <a:pPr indent="285750"/>
            <a:r>
              <a:rPr lang="en-US" sz="1400" dirty="0"/>
              <a:t>N4 -</a:t>
            </a:r>
          </a:p>
          <a:p>
            <a:pPr indent="285750"/>
            <a:endParaRPr lang="en-US" sz="1400" dirty="0"/>
          </a:p>
          <a:p>
            <a:pPr indent="285750"/>
            <a:r>
              <a:rPr lang="en-US" sz="1400" dirty="0"/>
              <a:t>A5- 3.4, </a:t>
            </a:r>
          </a:p>
          <a:p>
            <a:pPr indent="285750"/>
            <a:r>
              <a:rPr lang="en-US" sz="1400" dirty="0"/>
              <a:t>N5 –</a:t>
            </a:r>
          </a:p>
          <a:p>
            <a:pPr indent="285750"/>
            <a:endParaRPr lang="en-US" sz="1400" dirty="0"/>
          </a:p>
          <a:p>
            <a:pPr indent="285750"/>
            <a:r>
              <a:rPr lang="en-US" sz="1400" dirty="0"/>
              <a:t>A6- 3.5,</a:t>
            </a:r>
          </a:p>
          <a:p>
            <a:pPr indent="285750"/>
            <a:r>
              <a:rPr lang="en-US" sz="1400" dirty="0"/>
              <a:t>N6 –</a:t>
            </a:r>
          </a:p>
          <a:p>
            <a:pPr indent="285750"/>
            <a:endParaRPr lang="en-US" sz="1400" dirty="0"/>
          </a:p>
          <a:p>
            <a:pPr indent="285750"/>
            <a:r>
              <a:rPr lang="en-US" sz="1400" dirty="0"/>
              <a:t>D1-</a:t>
            </a:r>
          </a:p>
          <a:p>
            <a:pPr indent="285750"/>
            <a:r>
              <a:rPr lang="en-US" sz="1400" dirty="0"/>
              <a:t>D2-</a:t>
            </a:r>
          </a:p>
          <a:p>
            <a:pPr indent="285750"/>
            <a:endParaRPr lang="en-US" sz="1400" dirty="0"/>
          </a:p>
          <a:p>
            <a:pPr indent="285750"/>
            <a:r>
              <a:rPr lang="en-US" sz="1400" dirty="0"/>
              <a:t>O1-</a:t>
            </a:r>
          </a:p>
          <a:p>
            <a:pPr indent="285750"/>
            <a:r>
              <a:rPr lang="en-US" sz="1400" dirty="0"/>
              <a:t> 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3304685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4660D2-DCDB-640C-6196-04CB1A99B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E545A79-35B1-BA9C-1036-5CB3DCDB52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550" r="11291"/>
          <a:stretch>
            <a:fillRect/>
          </a:stretch>
        </p:blipFill>
        <p:spPr>
          <a:xfrm rot="10800000">
            <a:off x="2602522" y="447940"/>
            <a:ext cx="8400421" cy="6410060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7BE419A-FF46-BFB2-208C-0B58C2D980EA}"/>
              </a:ext>
            </a:extLst>
          </p:cNvPr>
          <p:cNvCxnSpPr/>
          <p:nvPr/>
        </p:nvCxnSpPr>
        <p:spPr>
          <a:xfrm flipV="1">
            <a:off x="2893925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4C03606-679D-FD5F-E031-59FF92F5A00D}"/>
              </a:ext>
            </a:extLst>
          </p:cNvPr>
          <p:cNvCxnSpPr/>
          <p:nvPr/>
        </p:nvCxnSpPr>
        <p:spPr>
          <a:xfrm flipV="1">
            <a:off x="617382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CF3CF17-4BCE-8073-786B-57000E43F379}"/>
              </a:ext>
            </a:extLst>
          </p:cNvPr>
          <p:cNvSpPr txBox="1"/>
          <p:nvPr/>
        </p:nvSpPr>
        <p:spPr>
          <a:xfrm>
            <a:off x="4124527" y="207220"/>
            <a:ext cx="10408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15’ – 2”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AEFB58C-DB35-CBB5-AC09-49E421F9ED0F}"/>
              </a:ext>
            </a:extLst>
          </p:cNvPr>
          <p:cNvCxnSpPr/>
          <p:nvPr/>
        </p:nvCxnSpPr>
        <p:spPr>
          <a:xfrm>
            <a:off x="4980562" y="391886"/>
            <a:ext cx="119325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231D71A-CD8B-940B-A79D-97375FB2167B}"/>
              </a:ext>
            </a:extLst>
          </p:cNvPr>
          <p:cNvCxnSpPr>
            <a:stCxn id="10" idx="1"/>
          </p:cNvCxnSpPr>
          <p:nvPr/>
        </p:nvCxnSpPr>
        <p:spPr>
          <a:xfrm flipH="1">
            <a:off x="2893925" y="391886"/>
            <a:ext cx="123060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ECB5BE62-F3C6-FF96-ACA0-FF2DAF5C7472}"/>
              </a:ext>
            </a:extLst>
          </p:cNvPr>
          <p:cNvSpPr txBox="1"/>
          <p:nvPr/>
        </p:nvSpPr>
        <p:spPr>
          <a:xfrm>
            <a:off x="6846630" y="207220"/>
            <a:ext cx="1115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11’-11”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C359F47-8374-648A-D20F-FB190F150F23}"/>
              </a:ext>
            </a:extLst>
          </p:cNvPr>
          <p:cNvCxnSpPr/>
          <p:nvPr/>
        </p:nvCxnSpPr>
        <p:spPr>
          <a:xfrm flipH="1">
            <a:off x="6245157" y="391886"/>
            <a:ext cx="739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FCD8DB-CFC1-348C-20E0-CD96A10C1B7B}"/>
              </a:ext>
            </a:extLst>
          </p:cNvPr>
          <p:cNvCxnSpPr/>
          <p:nvPr/>
        </p:nvCxnSpPr>
        <p:spPr>
          <a:xfrm flipV="1">
            <a:off x="872571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6256956-8C46-2A5E-C6A9-9D0AA1E4D009}"/>
              </a:ext>
            </a:extLst>
          </p:cNvPr>
          <p:cNvCxnSpPr/>
          <p:nvPr/>
        </p:nvCxnSpPr>
        <p:spPr>
          <a:xfrm>
            <a:off x="7801583" y="391886"/>
            <a:ext cx="8949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1E7E91F-B86C-48D8-AEA6-49D8CAA9E93E}"/>
              </a:ext>
            </a:extLst>
          </p:cNvPr>
          <p:cNvCxnSpPr>
            <a:cxnSpLocks/>
          </p:cNvCxnSpPr>
          <p:nvPr/>
        </p:nvCxnSpPr>
        <p:spPr>
          <a:xfrm flipH="1">
            <a:off x="1867711" y="787940"/>
            <a:ext cx="8560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A05D80A7-6ED1-7407-93B9-4D9361E31089}"/>
              </a:ext>
            </a:extLst>
          </p:cNvPr>
          <p:cNvCxnSpPr>
            <a:cxnSpLocks/>
            <a:endCxn id="5" idx="3"/>
          </p:cNvCxnSpPr>
          <p:nvPr/>
        </p:nvCxnSpPr>
        <p:spPr>
          <a:xfrm>
            <a:off x="2235116" y="3652970"/>
            <a:ext cx="36740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6A602AD-3CF3-D040-3655-9B2E4235621B}"/>
              </a:ext>
            </a:extLst>
          </p:cNvPr>
          <p:cNvCxnSpPr/>
          <p:nvPr/>
        </p:nvCxnSpPr>
        <p:spPr>
          <a:xfrm flipH="1">
            <a:off x="1867711" y="6439711"/>
            <a:ext cx="73481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E4E021CA-09C9-4A67-EACB-79D426A833F0}"/>
              </a:ext>
            </a:extLst>
          </p:cNvPr>
          <p:cNvCxnSpPr/>
          <p:nvPr/>
        </p:nvCxnSpPr>
        <p:spPr>
          <a:xfrm flipV="1">
            <a:off x="2332393" y="787940"/>
            <a:ext cx="0" cy="7101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E611D11-F188-3378-5EF1-BA200BC97F0E}"/>
              </a:ext>
            </a:extLst>
          </p:cNvPr>
          <p:cNvCxnSpPr/>
          <p:nvPr/>
        </p:nvCxnSpPr>
        <p:spPr>
          <a:xfrm>
            <a:off x="2332393" y="1760706"/>
            <a:ext cx="0" cy="18922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F545F50-4F17-451B-8AFC-03972143AC45}"/>
              </a:ext>
            </a:extLst>
          </p:cNvPr>
          <p:cNvCxnSpPr/>
          <p:nvPr/>
        </p:nvCxnSpPr>
        <p:spPr>
          <a:xfrm flipV="1">
            <a:off x="2062264" y="787940"/>
            <a:ext cx="0" cy="48638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46270073-99C2-20BE-9E3D-B3B5548A9F64}"/>
              </a:ext>
            </a:extLst>
          </p:cNvPr>
          <p:cNvCxnSpPr/>
          <p:nvPr/>
        </p:nvCxnSpPr>
        <p:spPr>
          <a:xfrm>
            <a:off x="2062264" y="6050604"/>
            <a:ext cx="0" cy="3891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E395048E-5A8C-69EF-A1D8-A893DB65C1AA}"/>
              </a:ext>
            </a:extLst>
          </p:cNvPr>
          <p:cNvSpPr txBox="1"/>
          <p:nvPr/>
        </p:nvSpPr>
        <p:spPr>
          <a:xfrm>
            <a:off x="1867711" y="1498060"/>
            <a:ext cx="1026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13’- 3”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0ACE6F0-6AAA-E345-4754-9325E55E6CD5}"/>
              </a:ext>
            </a:extLst>
          </p:cNvPr>
          <p:cNvSpPr txBox="1"/>
          <p:nvPr/>
        </p:nvSpPr>
        <p:spPr>
          <a:xfrm>
            <a:off x="1678395" y="5690998"/>
            <a:ext cx="856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26’- 7”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C4C32B-73DD-FA6E-F84E-8D74CB637C5C}"/>
              </a:ext>
            </a:extLst>
          </p:cNvPr>
          <p:cNvSpPr txBox="1"/>
          <p:nvPr/>
        </p:nvSpPr>
        <p:spPr>
          <a:xfrm>
            <a:off x="8769379" y="897102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Neutral   Zone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066739-1FD9-9F85-051B-2D3B24626301}"/>
              </a:ext>
            </a:extLst>
          </p:cNvPr>
          <p:cNvSpPr txBox="1"/>
          <p:nvPr/>
        </p:nvSpPr>
        <p:spPr>
          <a:xfrm>
            <a:off x="2940927" y="817271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Alliance Zone</a:t>
            </a:r>
          </a:p>
        </p:txBody>
      </p:sp>
    </p:spTree>
    <p:extLst>
      <p:ext uri="{BB962C8B-B14F-4D97-AF65-F5344CB8AC3E}">
        <p14:creationId xmlns:p14="http://schemas.microsoft.com/office/powerpoint/2010/main" val="39964369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B0AF7-BF96-4931-2804-5E215C455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DA63BA2-2079-D6AD-51AA-9166343CCF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550" r="11291"/>
          <a:stretch>
            <a:fillRect/>
          </a:stretch>
        </p:blipFill>
        <p:spPr>
          <a:xfrm rot="10800000">
            <a:off x="2602522" y="447940"/>
            <a:ext cx="8400421" cy="6410060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E35AC36-E5BF-3B42-FF11-5AEBC592ADE4}"/>
              </a:ext>
            </a:extLst>
          </p:cNvPr>
          <p:cNvCxnSpPr/>
          <p:nvPr/>
        </p:nvCxnSpPr>
        <p:spPr>
          <a:xfrm flipV="1">
            <a:off x="2893925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07E047A-68E8-B915-1B1A-9D23299291BD}"/>
              </a:ext>
            </a:extLst>
          </p:cNvPr>
          <p:cNvCxnSpPr/>
          <p:nvPr/>
        </p:nvCxnSpPr>
        <p:spPr>
          <a:xfrm flipV="1">
            <a:off x="617382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0F1E7-D84C-E271-506E-550D66A6A1CF}"/>
              </a:ext>
            </a:extLst>
          </p:cNvPr>
          <p:cNvSpPr txBox="1"/>
          <p:nvPr/>
        </p:nvSpPr>
        <p:spPr>
          <a:xfrm>
            <a:off x="4124527" y="207220"/>
            <a:ext cx="10408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15’ – 2”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86056FB-444F-3687-9C1B-18EC44173FC4}"/>
              </a:ext>
            </a:extLst>
          </p:cNvPr>
          <p:cNvCxnSpPr/>
          <p:nvPr/>
        </p:nvCxnSpPr>
        <p:spPr>
          <a:xfrm>
            <a:off x="4980562" y="391886"/>
            <a:ext cx="119325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259A965-C9BB-53CB-CDDB-34D67C0FA222}"/>
              </a:ext>
            </a:extLst>
          </p:cNvPr>
          <p:cNvCxnSpPr>
            <a:stCxn id="10" idx="1"/>
          </p:cNvCxnSpPr>
          <p:nvPr/>
        </p:nvCxnSpPr>
        <p:spPr>
          <a:xfrm flipH="1">
            <a:off x="2893925" y="391886"/>
            <a:ext cx="123060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F2338EDE-4737-3C03-0E2E-790EC4F9AF37}"/>
              </a:ext>
            </a:extLst>
          </p:cNvPr>
          <p:cNvSpPr txBox="1"/>
          <p:nvPr/>
        </p:nvSpPr>
        <p:spPr>
          <a:xfrm>
            <a:off x="6846630" y="207220"/>
            <a:ext cx="1115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11’-11”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6C9760C-FB25-921F-8E65-E918E55EC9AB}"/>
              </a:ext>
            </a:extLst>
          </p:cNvPr>
          <p:cNvCxnSpPr/>
          <p:nvPr/>
        </p:nvCxnSpPr>
        <p:spPr>
          <a:xfrm flipH="1">
            <a:off x="6245157" y="391886"/>
            <a:ext cx="739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75DB64F-4390-D26D-27D6-8F507F66D5D8}"/>
              </a:ext>
            </a:extLst>
          </p:cNvPr>
          <p:cNvCxnSpPr/>
          <p:nvPr/>
        </p:nvCxnSpPr>
        <p:spPr>
          <a:xfrm flipV="1">
            <a:off x="872571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8C0C9FC-C5B1-5135-2EE1-E2FD2EB77E62}"/>
              </a:ext>
            </a:extLst>
          </p:cNvPr>
          <p:cNvCxnSpPr/>
          <p:nvPr/>
        </p:nvCxnSpPr>
        <p:spPr>
          <a:xfrm>
            <a:off x="7801583" y="391886"/>
            <a:ext cx="8949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14863AB-BD62-937C-C70D-AF9739FE12B5}"/>
              </a:ext>
            </a:extLst>
          </p:cNvPr>
          <p:cNvCxnSpPr>
            <a:cxnSpLocks/>
          </p:cNvCxnSpPr>
          <p:nvPr/>
        </p:nvCxnSpPr>
        <p:spPr>
          <a:xfrm flipH="1">
            <a:off x="1867711" y="787940"/>
            <a:ext cx="8560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DFF1D5D2-4492-1750-2D6C-EBCA1FD28EC7}"/>
              </a:ext>
            </a:extLst>
          </p:cNvPr>
          <p:cNvCxnSpPr>
            <a:cxnSpLocks/>
            <a:endCxn id="5" idx="3"/>
          </p:cNvCxnSpPr>
          <p:nvPr/>
        </p:nvCxnSpPr>
        <p:spPr>
          <a:xfrm>
            <a:off x="2235116" y="3652970"/>
            <a:ext cx="36740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7E09632-AA8E-527E-D907-AFE349BF1EBA}"/>
              </a:ext>
            </a:extLst>
          </p:cNvPr>
          <p:cNvCxnSpPr/>
          <p:nvPr/>
        </p:nvCxnSpPr>
        <p:spPr>
          <a:xfrm flipH="1">
            <a:off x="1867711" y="6439711"/>
            <a:ext cx="73481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77A0419-C46C-B641-417B-DAF04A693C36}"/>
              </a:ext>
            </a:extLst>
          </p:cNvPr>
          <p:cNvCxnSpPr/>
          <p:nvPr/>
        </p:nvCxnSpPr>
        <p:spPr>
          <a:xfrm flipV="1">
            <a:off x="2332393" y="787940"/>
            <a:ext cx="0" cy="7101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B9222E6B-9C6E-93BC-A369-7567DBF0B762}"/>
              </a:ext>
            </a:extLst>
          </p:cNvPr>
          <p:cNvCxnSpPr/>
          <p:nvPr/>
        </p:nvCxnSpPr>
        <p:spPr>
          <a:xfrm>
            <a:off x="2332393" y="1760706"/>
            <a:ext cx="0" cy="18922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9736E59-CF73-BD6F-CC51-A2547D395F65}"/>
              </a:ext>
            </a:extLst>
          </p:cNvPr>
          <p:cNvCxnSpPr/>
          <p:nvPr/>
        </p:nvCxnSpPr>
        <p:spPr>
          <a:xfrm flipV="1">
            <a:off x="2062264" y="787940"/>
            <a:ext cx="0" cy="48638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3026A9C-302D-9FEA-4702-8F8A278E43F1}"/>
              </a:ext>
            </a:extLst>
          </p:cNvPr>
          <p:cNvCxnSpPr/>
          <p:nvPr/>
        </p:nvCxnSpPr>
        <p:spPr>
          <a:xfrm>
            <a:off x="2062264" y="6050604"/>
            <a:ext cx="0" cy="3891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A142D82E-A16A-9F69-0B73-A621D040F4D5}"/>
              </a:ext>
            </a:extLst>
          </p:cNvPr>
          <p:cNvSpPr txBox="1"/>
          <p:nvPr/>
        </p:nvSpPr>
        <p:spPr>
          <a:xfrm>
            <a:off x="1867711" y="1498060"/>
            <a:ext cx="1026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13’- 3”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799C9DD-2EEF-8F61-D634-E816C0BDA082}"/>
              </a:ext>
            </a:extLst>
          </p:cNvPr>
          <p:cNvSpPr txBox="1"/>
          <p:nvPr/>
        </p:nvSpPr>
        <p:spPr>
          <a:xfrm>
            <a:off x="1678395" y="5690998"/>
            <a:ext cx="856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26’- 7”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B8BEB12-BD0A-3C6E-DB46-56507C096FE2}"/>
              </a:ext>
            </a:extLst>
          </p:cNvPr>
          <p:cNvSpPr txBox="1"/>
          <p:nvPr/>
        </p:nvSpPr>
        <p:spPr>
          <a:xfrm>
            <a:off x="8769379" y="897102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Neutral   Zone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18E75D-2BEC-5248-C3B6-AFD1394D575D}"/>
              </a:ext>
            </a:extLst>
          </p:cNvPr>
          <p:cNvSpPr txBox="1"/>
          <p:nvPr/>
        </p:nvSpPr>
        <p:spPr>
          <a:xfrm>
            <a:off x="2940927" y="817271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Alliance Zone</a:t>
            </a:r>
          </a:p>
        </p:txBody>
      </p:sp>
    </p:spTree>
    <p:extLst>
      <p:ext uri="{BB962C8B-B14F-4D97-AF65-F5344CB8AC3E}">
        <p14:creationId xmlns:p14="http://schemas.microsoft.com/office/powerpoint/2010/main" val="14158498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CC9A7-880F-366A-4746-7412F463E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D474870-262B-56B2-C101-7A3ECFA230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550" r="11291"/>
          <a:stretch>
            <a:fillRect/>
          </a:stretch>
        </p:blipFill>
        <p:spPr>
          <a:xfrm rot="10800000">
            <a:off x="2602522" y="447940"/>
            <a:ext cx="8400421" cy="6410060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76688C5-2DB5-3573-C036-EEEC845792B6}"/>
              </a:ext>
            </a:extLst>
          </p:cNvPr>
          <p:cNvCxnSpPr/>
          <p:nvPr/>
        </p:nvCxnSpPr>
        <p:spPr>
          <a:xfrm flipV="1">
            <a:off x="2893925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E3D64EA-FEFF-C83C-7CE7-E2528F5BB46E}"/>
              </a:ext>
            </a:extLst>
          </p:cNvPr>
          <p:cNvCxnSpPr/>
          <p:nvPr/>
        </p:nvCxnSpPr>
        <p:spPr>
          <a:xfrm flipV="1">
            <a:off x="617382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089E226-D443-450A-0711-EBFF224ED759}"/>
              </a:ext>
            </a:extLst>
          </p:cNvPr>
          <p:cNvSpPr txBox="1"/>
          <p:nvPr/>
        </p:nvSpPr>
        <p:spPr>
          <a:xfrm>
            <a:off x="4124527" y="207220"/>
            <a:ext cx="10408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15’ – 2”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2DB10E5-7987-67AE-907D-96866B830660}"/>
              </a:ext>
            </a:extLst>
          </p:cNvPr>
          <p:cNvCxnSpPr/>
          <p:nvPr/>
        </p:nvCxnSpPr>
        <p:spPr>
          <a:xfrm>
            <a:off x="4980562" y="391886"/>
            <a:ext cx="119325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029B26A-875C-1D34-AAF4-C8E884027635}"/>
              </a:ext>
            </a:extLst>
          </p:cNvPr>
          <p:cNvCxnSpPr>
            <a:stCxn id="10" idx="1"/>
          </p:cNvCxnSpPr>
          <p:nvPr/>
        </p:nvCxnSpPr>
        <p:spPr>
          <a:xfrm flipH="1">
            <a:off x="2893925" y="391886"/>
            <a:ext cx="123060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BBBB089-600F-0CD7-D8E3-A973E80D20B9}"/>
              </a:ext>
            </a:extLst>
          </p:cNvPr>
          <p:cNvSpPr txBox="1"/>
          <p:nvPr/>
        </p:nvSpPr>
        <p:spPr>
          <a:xfrm>
            <a:off x="6846630" y="207220"/>
            <a:ext cx="1115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11’-11”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13668E3-CD92-69C0-E8BA-B7E0D12A73F7}"/>
              </a:ext>
            </a:extLst>
          </p:cNvPr>
          <p:cNvCxnSpPr/>
          <p:nvPr/>
        </p:nvCxnSpPr>
        <p:spPr>
          <a:xfrm flipH="1">
            <a:off x="6245157" y="391886"/>
            <a:ext cx="739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C35936B-1325-C650-3B17-AC0F166F5450}"/>
              </a:ext>
            </a:extLst>
          </p:cNvPr>
          <p:cNvCxnSpPr/>
          <p:nvPr/>
        </p:nvCxnSpPr>
        <p:spPr>
          <a:xfrm flipV="1">
            <a:off x="872571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DD6E884-E7C9-96F7-88DE-DC30AADC0597}"/>
              </a:ext>
            </a:extLst>
          </p:cNvPr>
          <p:cNvCxnSpPr/>
          <p:nvPr/>
        </p:nvCxnSpPr>
        <p:spPr>
          <a:xfrm>
            <a:off x="7801583" y="391886"/>
            <a:ext cx="8949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B946095-33EC-8DA1-1648-B873A7DA710F}"/>
              </a:ext>
            </a:extLst>
          </p:cNvPr>
          <p:cNvCxnSpPr>
            <a:cxnSpLocks/>
          </p:cNvCxnSpPr>
          <p:nvPr/>
        </p:nvCxnSpPr>
        <p:spPr>
          <a:xfrm flipH="1">
            <a:off x="1867711" y="787940"/>
            <a:ext cx="8560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CFA70FA-7418-9F50-427D-C6DF937CEE07}"/>
              </a:ext>
            </a:extLst>
          </p:cNvPr>
          <p:cNvCxnSpPr>
            <a:cxnSpLocks/>
            <a:endCxn id="5" idx="3"/>
          </p:cNvCxnSpPr>
          <p:nvPr/>
        </p:nvCxnSpPr>
        <p:spPr>
          <a:xfrm>
            <a:off x="2235116" y="3652970"/>
            <a:ext cx="36740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374A1FFB-E610-E95E-B19F-04DCB58F0F36}"/>
              </a:ext>
            </a:extLst>
          </p:cNvPr>
          <p:cNvCxnSpPr/>
          <p:nvPr/>
        </p:nvCxnSpPr>
        <p:spPr>
          <a:xfrm flipH="1">
            <a:off x="1867711" y="6439711"/>
            <a:ext cx="73481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3C86588-8ED1-3659-9E2A-E253DADE2A46}"/>
              </a:ext>
            </a:extLst>
          </p:cNvPr>
          <p:cNvCxnSpPr/>
          <p:nvPr/>
        </p:nvCxnSpPr>
        <p:spPr>
          <a:xfrm flipV="1">
            <a:off x="2332393" y="787940"/>
            <a:ext cx="0" cy="7101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D79418DD-92C7-0D8D-E902-3265EA6DBBFC}"/>
              </a:ext>
            </a:extLst>
          </p:cNvPr>
          <p:cNvCxnSpPr/>
          <p:nvPr/>
        </p:nvCxnSpPr>
        <p:spPr>
          <a:xfrm>
            <a:off x="2332393" y="1760706"/>
            <a:ext cx="0" cy="18922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4F024290-7F9D-E571-D4A0-A3FBF500F984}"/>
              </a:ext>
            </a:extLst>
          </p:cNvPr>
          <p:cNvCxnSpPr/>
          <p:nvPr/>
        </p:nvCxnSpPr>
        <p:spPr>
          <a:xfrm flipV="1">
            <a:off x="2062264" y="787940"/>
            <a:ext cx="0" cy="48638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9F63A00-5303-5C26-A115-E1A786C6F7A6}"/>
              </a:ext>
            </a:extLst>
          </p:cNvPr>
          <p:cNvCxnSpPr/>
          <p:nvPr/>
        </p:nvCxnSpPr>
        <p:spPr>
          <a:xfrm>
            <a:off x="2062264" y="6050604"/>
            <a:ext cx="0" cy="3891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02B75DE-B760-C9A3-6E6F-9DA1A11BDA28}"/>
              </a:ext>
            </a:extLst>
          </p:cNvPr>
          <p:cNvSpPr txBox="1"/>
          <p:nvPr/>
        </p:nvSpPr>
        <p:spPr>
          <a:xfrm>
            <a:off x="1867711" y="1498060"/>
            <a:ext cx="1026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13’- 3”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7501CA7-EF96-2D51-8A6E-B1D28591D209}"/>
              </a:ext>
            </a:extLst>
          </p:cNvPr>
          <p:cNvSpPr txBox="1"/>
          <p:nvPr/>
        </p:nvSpPr>
        <p:spPr>
          <a:xfrm>
            <a:off x="1678395" y="5690998"/>
            <a:ext cx="856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26’- 7”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CECEE9-5407-DB14-8494-C9B6CE444FCF}"/>
              </a:ext>
            </a:extLst>
          </p:cNvPr>
          <p:cNvSpPr txBox="1"/>
          <p:nvPr/>
        </p:nvSpPr>
        <p:spPr>
          <a:xfrm>
            <a:off x="8769379" y="897102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Neutral   Zone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8F0B1E-D6F0-28B9-A18D-828235E52A09}"/>
              </a:ext>
            </a:extLst>
          </p:cNvPr>
          <p:cNvSpPr txBox="1"/>
          <p:nvPr/>
        </p:nvSpPr>
        <p:spPr>
          <a:xfrm>
            <a:off x="2940927" y="817271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Alliance Zone</a:t>
            </a:r>
          </a:p>
        </p:txBody>
      </p:sp>
    </p:spTree>
    <p:extLst>
      <p:ext uri="{BB962C8B-B14F-4D97-AF65-F5344CB8AC3E}">
        <p14:creationId xmlns:p14="http://schemas.microsoft.com/office/powerpoint/2010/main" val="32095672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2054</TotalTime>
  <Words>337</Words>
  <Application>Microsoft Office PowerPoint</Application>
  <PresentationFormat>Widescreen</PresentationFormat>
  <Paragraphs>145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Chip Boling</dc:creator>
  <cp:lastModifiedBy>Chip Boling</cp:lastModifiedBy>
  <cp:revision>21</cp:revision>
  <dcterms:created xsi:type="dcterms:W3CDTF">2026-02-10T00:38:55Z</dcterms:created>
  <dcterms:modified xsi:type="dcterms:W3CDTF">2026-02-23T18:47:07Z</dcterms:modified>
</cp:coreProperties>
</file>