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3" r:id="rId6"/>
    <p:sldId id="265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23:16:27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3740 24575,'2'-4'0,"0"-1"0,0 1 0,0 0 0,0 0 0,0 0 0,1 0 0,0 0 0,0 1 0,0-1 0,0 1 0,1 0 0,-1 0 0,1 0 0,8-4 0,-9 4 0,44-28 0,2 1 0,2 3 0,106-42 0,-109 49 0,-2-4 0,-2-1 0,0-2 0,-2-2 0,-2-1 0,63-61 0,-26 13 0,-3-3 0,102-144 0,-145 179 0,-2-2 0,-2-1 0,-2-1 0,-3-2 0,20-65 0,57-279 0,-59 216 0,38-198 0,10-44 0,-85 412 0,76-270 0,-63 238 0,1 1 0,1 1 0,3 1 0,39-57 0,2-1 0,-49 73 0,1 0 0,1 1 0,2 1 0,0 1 0,1 0 0,33-29 0,37-23 0,-38 30 0,93-60 0,-126 92 0,8-5 0,1 1 0,0 1 0,1 1 0,38-12 0,-57 22 0,-1 2 0,1-1 0,0 1 0,0 0 0,0 0 0,0 1 0,1 0 0,-1 0 0,0 1 0,0 0 0,0 1 0,-1 0 0,1 0 0,0 1 0,0-1 0,-1 2 0,0-1 0,0 1 0,0 0 0,0 1 0,6 5 0,36 28 0,-4-3 0,70 71 0,-86-74 0,9 8 0,-1 1 0,-2 2 0,57 94 0,-33-39 0,-40-69 0,-1 1 0,-1 1 0,20 52 0,71 331 0,-39-160 0,-21-84 0,-31-108 0,-7-22 0,21 50 0,2 2 0,37 163 0,-61-217 0,12 58 0,-11-43 0,28 82 0,7 18 0,-36-117 0,40 209 0,-27-115 0,6 25 0,54 156 0,-65-241 0,-8-39 0,-1 1 0,-2 0 0,3 54 0,-7-62 0,8 47 0,-5-47 0,-1 0 0,0 26 0,-5 366 0,-1-392 0,-1 0 0,-1-1 0,-1 1 0,-10 29 0,-5 20 0,-5 35 0,-6-2 0,-69 165 0,44-157 0,-20 51 0,-20 72 0,81-198 0,-39 70 0,2-6 0,44-86 0,-2 0 0,0 0 0,-1-1 0,-1 0 0,0-1 0,-1 0 0,0-1 0,-2-1 0,-21 17 0,-201 186 0,225-205 0,-1 0 0,0-1 0,0-1 0,-1 0 0,0-1 0,0 0 0,-1-1 0,0-1 0,0 0 0,-1-1 0,0-1 0,0-1 0,0 0 0,-19 1 0,-32 7 0,55-7 0,0-2 0,0 0 0,-24 1 0,35-3 0,1 0 0,-1 1 0,1-1 0,-1 0 0,1 0 0,-1 0 0,0 0 0,1 0 0,-1 0 0,1 0 0,-1 0 0,1-1 0,-1 1 0,1 0 0,-1 0 0,0 0 0,1-1 0,-1 1 0,1 0 0,-1 0 0,1-1 0,0 1 0,-1 0 0,1-1 0,-1 1 0,1-1 0,0 1 0,-1-1 0,1 1 0,0-1 0,-1 1 0,1-1 0,0 1 0,0-1 0,-1 1 0,1-1 0,0 1 0,0-1 0,0 1 0,0-1 0,0 1 0,0-1 0,0 0 0,0 1 0,0-1 0,0 1 0,0-1 0,0 1 0,0-1 0,1 1 0,-1-1 0,0 1 0,1-2 0,0 0 0,0-1 0,1 1 0,-1 0 0,1 0 0,-1 0 0,1 0 0,0 0 0,0 0 0,0 1 0,4-4 0,31-8 0,-35 12 0,-1 1 0,1-1 0,-1 1 0,1-1 0,0 1 0,-1-1 0,1 1 0,-1 0 0,1 0 0,0 0 0,-1 0 0,1 0 0,0 1 0,-1-1 0,1 0 0,-1 1 0,1-1 0,0 1 0,2 1 0,-6-1 0,1 0 0,-1 0 0,1 0 0,-1 0 0,1 0 0,-1 0 0,0 0 0,0-1 0,1 1 0,-1 0 0,0-1 0,0 0 0,0 1 0,-2-1 0,-152 17 0,42-6 0,-28 7 0,-1-6 0,-196-9 0,280-11 0,0-2 0,0-2 0,-73-27 0,40 11 0,69 22 0,1-2 0,-1 0 0,2-1 0,-1-2 0,1 0 0,-34-26 0,24 16 0,2-1 0,1-1 0,1-2 0,0-1 0,-26-35 0,40 44 0,6 8 0,0 0 0,1 0 0,-1 0 0,2 0 0,0-1 0,0 0 0,0 0 0,2-1 0,-1 1 0,1-1 0,-2-14 0,-2-10 0,-1 1 0,-2-1 0,-18-44 0,-10-31 0,30 82 0,-26-95 0,-80-192 0,99 281 0,1 1 0,-2 1 0,-1 0 0,-1 1 0,-22-28 0,9 16 0,-28-50 0,0-2 0,6 17-455,-3 3 0,-71-73 0,106 127-6371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23:16:29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0 24575,'1'155'0,"-3"176"0,1-306 0,-1 0 0,-2 0 0,-1 0 0,0-1 0,-14 36 0,19-59 2,0-1 0,0 0 0,0 1-1,0-1 1,0 0 0,0 0 0,0 1-1,0-1 1,0 0 0,0 1 0,0-1 0,0 0-1,0 1 1,-1-1 0,1 0 0,0 0-1,0 1 1,0-1 0,0 0 0,-1 1-1,1-1 1,0 0 0,0 0 0,-1 0 0,1 1-1,0-1 1,0 0 0,-1 0 0,1 0-1,0 0 1,0 1 0,-1-1 0,1 0 0,0 0-1,-1 0 1,1 0 0,0 0 0,-1 0-1,1 0 1,0 0 0,-1 0 0,1 0 0,-1 0-1,-3-13-1444,3-3-5383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23:16:30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24575,'30'2'0,"1"2"0,-1 1 0,0 1 0,0 2 0,42 16 0,-38-12 0,0-1 0,1-2 0,54 7 0,35 4-1365,-103-17-5461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23:17:19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2340 24575,'40'0'0,"-8"-1"0,63 7 0,-84-4 0,1 0 0,0 2 0,-1-1 0,0 1 0,0 1 0,0 0 0,0 0 0,17 13 0,-13-7 0,-1 1 0,-1 1 0,0 0 0,-1 1 0,0 0 0,-1 1 0,-1 0 0,15 29 0,-9-10 0,-1 1 0,-2 0 0,12 48 0,-14-35 0,-2-1 0,-3 1 0,-1 0 0,-2 54 0,-2-75 0,1 0 0,7 30 0,4 43 0,-14 120 0,2 57 0,11-162 0,-6-65 0,0 56 0,-6-65 0,-2 2 0,1 0 0,3 0 0,2 0 0,1 0 0,18 66 0,27 38 0,107 219 0,-101-233 0,-38-85 0,37 69 0,-46-102 0,0 0 0,0 0 0,1-1 0,1 0 0,1-1 0,0 0 0,0-1 0,1 0 0,1-1 0,0 0 0,0-1 0,1-1 0,0-1 0,1 0 0,0 0 0,0-2 0,1 0 0,-1-1 0,26 4 0,-28-4 0,-1-1 0,1 2 0,-1 0 0,0 1 0,0 0 0,-1 0 0,0 2 0,0 0 0,11 11 0,37 25 0,157 85 0,-181-108 0,-25-13 0,1-1 0,0-1 0,1 0 0,0-1 0,0 0 0,0-1 0,1 0 0,0-2 0,-1 1 0,1-1 0,27 1 0,-14-4 0,16 1 0,62-8 0,-90 5 0,0-1 0,0-1 0,-1 0 0,0-1 0,0 0 0,0-1 0,25-15 0,102-76 0,-86 64 0,-37 22 0,0 0 0,-1 0 0,0-2 0,21-20 0,-29 25 0,0 1 0,1 0 0,0 0 0,0 1 0,0 1 0,1 0 0,0 0 0,15-4 0,-14 5 0,0 0 0,0-1 0,-1 0 0,1-1 0,-1-1 0,-1 0 0,13-10 0,13-20 0,-1-1 0,-2-2 0,-2-2 0,-2-1 0,36-70 0,56-124 0,48-57 0,-153 268 0,93-134 0,-48 75 0,-45 62 0,-8 10 0,0-1 0,1 2 0,1-1 0,0 1 0,1 1 0,0 0 0,17-12 0,-25 21 0,0 1 0,0-1 0,0 1 0,1 0 0,-1 0 0,1 0 0,-1 1 0,1-1 0,-1 1 0,4 0 0,-5 0 0,0 0 0,0 0 0,0 0 0,0 0 0,0 0 0,-1 0 0,1 0 0,0-1 0,0 1 0,0-1 0,-1 1 0,1-1 0,0 0 0,-1 0 0,1 0 0,0 0 0,-1 0 0,1 0 0,-1 0 0,0 0 0,1-1 0,-1 1 0,0 0 0,0-1 0,0 0 0,0 1 0,0-1 0,0 1 0,0-1 0,0 0 0,0-2 0,56-188 0,-49 163 0,-1 1 0,-1-1 0,2-35 0,-5 31 0,2 1 0,11-37 0,-11 46 0,-1 1 0,-1-1 0,-1 1 0,0-1 0,-3-27 0,0 23 0,1 1 0,2-1 0,6-34 0,14-103 0,-10 57 0,-6 34 0,-5-146 0,-3 96 0,1 53 0,-13-107 0,4 58 0,7 71 0,-9-50 0,4 36 0,3 0 0,3-1 0,5-64 0,0 6 0,-5 79 0,-9-50 0,5 50 0,0-53 0,8-31 0,-4-139 0,-23 95 0,19 136 0,-3 0 0,0 0 0,-3 1 0,-16-36 0,5 23 0,-2 1 0,-44-59 0,55 84 0,-119-158 0,109 150 0,-1 1 0,0 2 0,-3 0 0,-31-22 0,45 39 0,-1 2 0,0-1 0,0 2 0,-1 0 0,1 1 0,-1 1 0,0 0 0,0 1 0,-28 0 0,1-2 0,-230-7 0,-9 0 0,245 8 0,0 2 0,0 1 0,-57 9 0,-110 28 0,75-11 0,88-19 0,1 1 0,0 2 0,0 1 0,2 3 0,-1 1 0,-52 29 0,69-31 0,-125 81 0,129-80 0,2 0 0,-1 1 0,2 0 0,0 1 0,-24 36 0,1 12 0,4 2 0,-33 86 0,-13 26 0,67-155 0,-1-1 0,-1-1 0,-30 33 0,-16 21 0,22-24 0,-53 53 0,37-44 0,28-33 0,-47 38 0,47-43 0,2 0 0,-34 39 0,-70 71 0,28-32 0,94-91-119,-1-1-130,0 1 0,0-1 0,-1 0-1,-15 11 1,11-13-6577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23:17:21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0 24575,'0'45'0,"-2"0"0,-11 61 0,7-70 0,0-3 0,0-1 0,-15 39 0,-27 63 0,51-142 0,1 1 0,0 0 0,0 0 0,1 0 0,-1 1 0,1 0 0,1 0 0,-1 0 0,1 0 0,0 1 0,11-7 0,1-1 0,2 1 0,-1 1 0,28-10 0,-37 16-110,0-1 0,-1 1-1,1-2 1,15-13 0,-17 13-704,4-2-6012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D6AF-BA11-A8D5-EB45-BF3B73A51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F148A-7B1E-37FE-93EF-996CF2228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6D3B-2666-FE0F-70C4-6FCCE870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E8DB9-F9A0-21DB-085B-D4F16F61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C91D5-7B91-232C-B3D6-E33A3FC3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4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F033-BB02-DB84-270F-ADAA670E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F07FC-8D4E-C4AF-5C04-A1947E0C7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CB8F-0E61-35AC-15CD-FD402143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AB5B7-C3B7-30FD-A4FD-BE45BB72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81B41-5A5A-AB90-52E3-A4F1614D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0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69B-7178-A7DF-B644-AE6AA096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CD0EA-C7FF-33D1-D93A-85FFC5DD6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A44B4-091A-D3FC-97F4-F535D7B5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4B782-89E4-FFC4-E818-E0944067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A74EA-DCAF-4825-1F67-A0D7482E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1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D9B6-B1DB-E02D-CF1D-71AC9089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4C624-059D-95C4-714F-2E80C5198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68CFC-3D3F-D544-2D15-25DE8999F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CDDA1-4B52-AF57-36B9-BE8AF471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486BD-85F6-C1C3-C4D3-2AAC34E5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70366-60B3-533B-D8AE-E05E0C46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41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6BF9-77BD-796F-EE63-60A18AB5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E1A17-1EE4-C725-5FD5-E86704E2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6C3E3-70D2-611E-1248-2348CF764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3BD93-BEF6-7441-816C-DB7A40C16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36119-ACEA-A837-B557-2DC966F01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387F2-2614-55ED-2D25-FE8CE451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EDF605-88C8-459A-A588-09D9396F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42FE1B-4044-BED6-7855-66F25E23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0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9906-ECFC-4E84-9AA1-62F74844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0B885-3A0E-6324-5A38-3B83CFC4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0FAFA-2A89-BC12-6356-ADFA529C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DCADB-04E4-492E-D63A-B2ADEF59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6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9C1D7-4A65-F15C-5A0D-7AFD6961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DAAC50-F222-DFD9-0F50-F6CC9D859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80AB0-D86D-115F-CA05-DDB8D9A2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8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7418-79D7-D1F5-E879-E172B82E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06515-4A84-30EF-120B-046F64B10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61802-C03D-5AA7-B7E2-51FA7F45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45244-DBD6-1F47-10E6-681427EA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159A9-1F00-6C8F-EE2E-F782A706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E4920-FE32-164A-D39C-BFD0442C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5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39B6-738E-E32D-332E-CD3326F5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6113BB-9BDA-F471-CDA6-D4195F265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66194-92AC-C860-683F-5B2BF751E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D0D50-EB35-B3D2-DA3E-9544BB4A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2AF73-70B8-07EE-4924-71A294D7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B87BD-DA92-6A7A-CD0D-ED1368407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9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DA41-65FF-92AA-4054-7139D76E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11C5E0-6F81-93F0-723D-E987A2CC1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8A2CF-5181-06D4-9BF6-8EA00459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270D1-2717-EE8E-2DC8-EC8C77CD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40EB1-FA97-F8F9-36D9-0A32D5F0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2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4207B-E11C-7474-4124-9C09D4959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42244-551F-43DD-2B81-1FAFC2090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8166E-C9CF-BD58-C5F1-5FBD7427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EB6F5-CAA3-0781-B5CD-900B2309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65CC6-3FB7-35B0-3D25-BE42EE35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15AFE-A071-455F-689D-C381C6F7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AF7ED-3809-2948-B2BB-24D972D36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3FCC-913B-D36B-CA7E-F71B4D496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00E93-69C7-4C90-931E-A5484B82002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B8B62-7D3E-19F8-263C-F02F9910E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A11DC-391A-9AC4-A6A0-3E10F9481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4A120-C5FE-4D81-9132-AC47B53C8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7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F64E3-6B6D-8E44-5651-DC8522C43CE6}"/>
              </a:ext>
            </a:extLst>
          </p:cNvPr>
          <p:cNvSpPr txBox="1"/>
          <p:nvPr/>
        </p:nvSpPr>
        <p:spPr>
          <a:xfrm>
            <a:off x="345233" y="335902"/>
            <a:ext cx="2584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Driver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2915F0-39C1-5BDE-B606-A569AF372E5B}"/>
              </a:ext>
            </a:extLst>
          </p:cNvPr>
          <p:cNvSpPr/>
          <p:nvPr/>
        </p:nvSpPr>
        <p:spPr>
          <a:xfrm>
            <a:off x="9855703" y="1286788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Ladder Align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05582-EF86-6C17-A39A-AC3BF0D8F848}"/>
              </a:ext>
            </a:extLst>
          </p:cNvPr>
          <p:cNvSpPr/>
          <p:nvPr/>
        </p:nvSpPr>
        <p:spPr>
          <a:xfrm>
            <a:off x="245146" y="987219"/>
            <a:ext cx="1926144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Approach Depot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8A222-1AE1-5821-9AE3-A23E99456EFB}"/>
              </a:ext>
            </a:extLst>
          </p:cNvPr>
          <p:cNvSpPr/>
          <p:nvPr/>
        </p:nvSpPr>
        <p:spPr>
          <a:xfrm>
            <a:off x="9139825" y="2632710"/>
            <a:ext cx="2078544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Right Bump Drive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FFFD-7FFA-DF97-8D6F-163DB410D776}"/>
              </a:ext>
            </a:extLst>
          </p:cNvPr>
          <p:cNvSpPr/>
          <p:nvPr/>
        </p:nvSpPr>
        <p:spPr>
          <a:xfrm>
            <a:off x="1257530" y="2743827"/>
            <a:ext cx="2078544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Left Bump Drive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BA39E-8E6C-2C2D-0878-EFC168040B5D}"/>
              </a:ext>
            </a:extLst>
          </p:cNvPr>
          <p:cNvSpPr/>
          <p:nvPr/>
        </p:nvSpPr>
        <p:spPr>
          <a:xfrm>
            <a:off x="8735624" y="4779053"/>
            <a:ext cx="1595535" cy="4491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Rotation 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(L-CCW, R-CW)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110AC5-3805-9140-9F6E-0AD3E1D52544}"/>
              </a:ext>
            </a:extLst>
          </p:cNvPr>
          <p:cNvSpPr/>
          <p:nvPr/>
        </p:nvSpPr>
        <p:spPr>
          <a:xfrm>
            <a:off x="345233" y="1465800"/>
            <a:ext cx="1807658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Approach Outpost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685A9-97F2-E16B-0A3B-1D1D73FA3A0C}"/>
              </a:ext>
            </a:extLst>
          </p:cNvPr>
          <p:cNvSpPr/>
          <p:nvPr/>
        </p:nvSpPr>
        <p:spPr>
          <a:xfrm>
            <a:off x="9855703" y="914454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Goto Ladder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A5126C-3CC9-34EA-C4A7-B54817482BDB}"/>
              </a:ext>
            </a:extLst>
          </p:cNvPr>
          <p:cNvSpPr/>
          <p:nvPr/>
        </p:nvSpPr>
        <p:spPr>
          <a:xfrm>
            <a:off x="8869311" y="4079189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Brake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898AE3-D9F1-A18D-B71E-C2D427EB2E75}"/>
              </a:ext>
            </a:extLst>
          </p:cNvPr>
          <p:cNvSpPr/>
          <p:nvPr/>
        </p:nvSpPr>
        <p:spPr>
          <a:xfrm>
            <a:off x="10352397" y="1783041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Get Off Fuel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8506C8-F57E-39F8-A34E-828E8C47B467}"/>
              </a:ext>
            </a:extLst>
          </p:cNvPr>
          <p:cNvSpPr/>
          <p:nvPr/>
        </p:nvSpPr>
        <p:spPr>
          <a:xfrm>
            <a:off x="9855703" y="444813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Reset Position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FDAC78-85A1-8FDA-45E0-4D17AD3E3FE7}"/>
              </a:ext>
            </a:extLst>
          </p:cNvPr>
          <p:cNvSpPr/>
          <p:nvPr/>
        </p:nvSpPr>
        <p:spPr>
          <a:xfrm>
            <a:off x="3747765" y="1051247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Field-Relative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D871D7-CC1B-4507-C256-0656B10AA032}"/>
              </a:ext>
            </a:extLst>
          </p:cNvPr>
          <p:cNvSpPr/>
          <p:nvPr/>
        </p:nvSpPr>
        <p:spPr>
          <a:xfrm>
            <a:off x="9756775" y="6030259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95BC81-9903-6C07-5912-D3957C575183}"/>
              </a:ext>
            </a:extLst>
          </p:cNvPr>
          <p:cNvSpPr/>
          <p:nvPr/>
        </p:nvSpPr>
        <p:spPr>
          <a:xfrm>
            <a:off x="9909175" y="6182659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7A8DB9-C713-AA15-2812-CCC07794A7F1}"/>
              </a:ext>
            </a:extLst>
          </p:cNvPr>
          <p:cNvSpPr/>
          <p:nvPr/>
        </p:nvSpPr>
        <p:spPr>
          <a:xfrm>
            <a:off x="10061575" y="6335059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02DB40-516B-747B-A443-F6075F2E3035}"/>
              </a:ext>
            </a:extLst>
          </p:cNvPr>
          <p:cNvSpPr/>
          <p:nvPr/>
        </p:nvSpPr>
        <p:spPr>
          <a:xfrm>
            <a:off x="1740539" y="3300259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Drive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85EDB5A-FD4C-2719-C0BA-49AE86CAF06C}"/>
              </a:ext>
            </a:extLst>
          </p:cNvPr>
          <p:cNvGrpSpPr/>
          <p:nvPr/>
        </p:nvGrpSpPr>
        <p:grpSpPr>
          <a:xfrm>
            <a:off x="3660904" y="2133543"/>
            <a:ext cx="4842232" cy="3404835"/>
            <a:chOff x="3674884" y="3283043"/>
            <a:chExt cx="4842232" cy="3404835"/>
          </a:xfrm>
        </p:grpSpPr>
        <p:pic>
          <p:nvPicPr>
            <p:cNvPr id="5" name="Picture 4" descr="A blue video game controller&#10;&#10;AI-generated content may be incorrect.">
              <a:extLst>
                <a:ext uri="{FF2B5EF4-FFF2-40B4-BE49-F238E27FC236}">
                  <a16:creationId xmlns:a16="http://schemas.microsoft.com/office/drawing/2014/main" id="{BE5E009C-9A4B-95EC-4554-819461DED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4884" y="3283043"/>
              <a:ext cx="4842232" cy="340483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51F236-D3FE-6452-481B-09721FBE1382}"/>
                </a:ext>
              </a:extLst>
            </p:cNvPr>
            <p:cNvSpPr txBox="1"/>
            <p:nvPr/>
          </p:nvSpPr>
          <p:spPr>
            <a:xfrm>
              <a:off x="8085485" y="3460782"/>
              <a:ext cx="338554" cy="580800"/>
            </a:xfrm>
            <a:prstGeom prst="rect">
              <a:avLst/>
            </a:prstGeom>
            <a:noFill/>
          </p:spPr>
          <p:txBody>
            <a:bodyPr vert="vert270" wrap="none" lIns="0" tIns="0" rIns="91440" bIns="0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Trigger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49A40E2-D488-0000-AA58-B526E86625F3}"/>
                </a:ext>
              </a:extLst>
            </p:cNvPr>
            <p:cNvSpPr txBox="1"/>
            <p:nvPr/>
          </p:nvSpPr>
          <p:spPr>
            <a:xfrm>
              <a:off x="3849640" y="3445315"/>
              <a:ext cx="338554" cy="580800"/>
            </a:xfrm>
            <a:prstGeom prst="rect">
              <a:avLst/>
            </a:prstGeom>
            <a:noFill/>
          </p:spPr>
          <p:txBody>
            <a:bodyPr vert="vert270" wrap="none" lIns="0" tIns="0" rIns="91440" bIns="0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Trigger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C11248B-278B-A234-4B23-5454D180299A}"/>
                </a:ext>
              </a:extLst>
            </p:cNvPr>
            <p:cNvSpPr txBox="1"/>
            <p:nvPr/>
          </p:nvSpPr>
          <p:spPr>
            <a:xfrm rot="5400000">
              <a:off x="7145938" y="3163712"/>
              <a:ext cx="338554" cy="705321"/>
            </a:xfrm>
            <a:prstGeom prst="rect">
              <a:avLst/>
            </a:prstGeom>
            <a:noFill/>
          </p:spPr>
          <p:txBody>
            <a:bodyPr vert="vert270" wrap="none" lIns="0" tIns="0" rIns="91440" bIns="0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Bumper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2444FA-53A6-661F-A252-D549FDE48773}"/>
                </a:ext>
              </a:extLst>
            </p:cNvPr>
            <p:cNvSpPr txBox="1"/>
            <p:nvPr/>
          </p:nvSpPr>
          <p:spPr>
            <a:xfrm rot="5400000">
              <a:off x="4835342" y="3163713"/>
              <a:ext cx="338554" cy="705321"/>
            </a:xfrm>
            <a:prstGeom prst="rect">
              <a:avLst/>
            </a:prstGeom>
            <a:noFill/>
          </p:spPr>
          <p:txBody>
            <a:bodyPr vert="vert270" wrap="none" lIns="0" tIns="0" rIns="91440" bIns="0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Bumper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91A3CDA-940D-348D-BCAF-490642C36BE9}"/>
              </a:ext>
            </a:extLst>
          </p:cNvPr>
          <p:cNvSpPr txBox="1"/>
          <p:nvPr/>
        </p:nvSpPr>
        <p:spPr>
          <a:xfrm rot="5400000">
            <a:off x="6360601" y="2776680"/>
            <a:ext cx="276999" cy="306301"/>
          </a:xfrm>
          <a:prstGeom prst="rect">
            <a:avLst/>
          </a:prstGeom>
          <a:noFill/>
        </p:spPr>
        <p:txBody>
          <a:bodyPr vert="vert270" wrap="none" lIns="0" tIns="0" rIns="9144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start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B36C15-FF92-3AEC-5434-F1B9809B8308}"/>
              </a:ext>
            </a:extLst>
          </p:cNvPr>
          <p:cNvSpPr txBox="1"/>
          <p:nvPr/>
        </p:nvSpPr>
        <p:spPr>
          <a:xfrm rot="5400000">
            <a:off x="5569381" y="2767927"/>
            <a:ext cx="276999" cy="323808"/>
          </a:xfrm>
          <a:prstGeom prst="rect">
            <a:avLst/>
          </a:prstGeom>
          <a:noFill/>
        </p:spPr>
        <p:txBody>
          <a:bodyPr vert="vert270" wrap="none" lIns="0" tIns="0" rIns="9144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back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F4DC77-14B4-D867-E954-1B234E4EDBD0}"/>
              </a:ext>
            </a:extLst>
          </p:cNvPr>
          <p:cNvSpPr/>
          <p:nvPr/>
        </p:nvSpPr>
        <p:spPr>
          <a:xfrm>
            <a:off x="6722878" y="1020293"/>
            <a:ext cx="1687181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Robot-Relative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6F97E1E-75C5-461E-E6EC-03B9075E6AEA}"/>
              </a:ext>
            </a:extLst>
          </p:cNvPr>
          <p:cNvCxnSpPr>
            <a:stCxn id="26" idx="2"/>
          </p:cNvCxnSpPr>
          <p:nvPr/>
        </p:nvCxnSpPr>
        <p:spPr>
          <a:xfrm>
            <a:off x="4545533" y="1368488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0E1B74C-561A-F049-5C9B-2C423E2B5572}"/>
              </a:ext>
            </a:extLst>
          </p:cNvPr>
          <p:cNvCxnSpPr/>
          <p:nvPr/>
        </p:nvCxnSpPr>
        <p:spPr>
          <a:xfrm>
            <a:off x="5087469" y="5037559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701173-F431-F91A-034A-F66624167200}"/>
              </a:ext>
            </a:extLst>
          </p:cNvPr>
          <p:cNvCxnSpPr/>
          <p:nvPr/>
        </p:nvCxnSpPr>
        <p:spPr>
          <a:xfrm>
            <a:off x="5239869" y="5189959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4133359-D0CF-C887-FCE3-414E34E8221D}"/>
              </a:ext>
            </a:extLst>
          </p:cNvPr>
          <p:cNvCxnSpPr/>
          <p:nvPr/>
        </p:nvCxnSpPr>
        <p:spPr>
          <a:xfrm>
            <a:off x="5392269" y="5342359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4E2AB78-90A6-7B1C-1664-FEA004EE1F36}"/>
              </a:ext>
            </a:extLst>
          </p:cNvPr>
          <p:cNvCxnSpPr/>
          <p:nvPr/>
        </p:nvCxnSpPr>
        <p:spPr>
          <a:xfrm>
            <a:off x="5544669" y="5494759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AD30A46-DDCC-DBA8-9929-59497E804170}"/>
              </a:ext>
            </a:extLst>
          </p:cNvPr>
          <p:cNvCxnSpPr/>
          <p:nvPr/>
        </p:nvCxnSpPr>
        <p:spPr>
          <a:xfrm>
            <a:off x="5697069" y="5647159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00CB038-4AFE-976E-CF09-7D6B0F3F9207}"/>
              </a:ext>
            </a:extLst>
          </p:cNvPr>
          <p:cNvCxnSpPr/>
          <p:nvPr/>
        </p:nvCxnSpPr>
        <p:spPr>
          <a:xfrm>
            <a:off x="5849469" y="5799559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384D7B3-2AEB-1EEF-C9DB-0AB1BF7730A0}"/>
              </a:ext>
            </a:extLst>
          </p:cNvPr>
          <p:cNvCxnSpPr/>
          <p:nvPr/>
        </p:nvCxnSpPr>
        <p:spPr>
          <a:xfrm>
            <a:off x="6001869" y="5951959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26EFED-26EA-B86B-DC9B-D49764E3D7A2}"/>
              </a:ext>
            </a:extLst>
          </p:cNvPr>
          <p:cNvCxnSpPr>
            <a:cxnSpLocks/>
            <a:stCxn id="74" idx="2"/>
            <a:endCxn id="37" idx="1"/>
          </p:cNvCxnSpPr>
          <p:nvPr/>
        </p:nvCxnSpPr>
        <p:spPr>
          <a:xfrm flipH="1">
            <a:off x="5707881" y="745588"/>
            <a:ext cx="382255" cy="20457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E3AE080-0BC1-7CB6-6FFA-5AC659E91337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3336074" y="3167015"/>
            <a:ext cx="1528744" cy="291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10782EA-555F-7DFF-82BF-1C34DFDA346B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3336074" y="2586215"/>
            <a:ext cx="499586" cy="3162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A588EE6-085E-7BBE-3C24-E081ABD25E3B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6722878" y="3908309"/>
            <a:ext cx="2012746" cy="10953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1D0DB60-59AB-5C74-B81D-06A828838D36}"/>
              </a:ext>
            </a:extLst>
          </p:cNvPr>
          <p:cNvCxnSpPr>
            <a:cxnSpLocks/>
            <a:stCxn id="6" idx="1"/>
            <a:endCxn id="31" idx="3"/>
          </p:cNvCxnSpPr>
          <p:nvPr/>
        </p:nvCxnSpPr>
        <p:spPr>
          <a:xfrm flipH="1" flipV="1">
            <a:off x="8410059" y="2601682"/>
            <a:ext cx="729766" cy="189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0D9691E-59F8-E11A-89FE-06B226DE3C1D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7482254" y="3562318"/>
            <a:ext cx="1387057" cy="675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3FEF709-E2F1-26B3-F185-7DF6A2381934}"/>
              </a:ext>
            </a:extLst>
          </p:cNvPr>
          <p:cNvCxnSpPr>
            <a:cxnSpLocks/>
            <a:stCxn id="36" idx="2"/>
            <a:endCxn id="33" idx="1"/>
          </p:cNvCxnSpPr>
          <p:nvPr/>
        </p:nvCxnSpPr>
        <p:spPr>
          <a:xfrm flipH="1">
            <a:off x="7301235" y="1337534"/>
            <a:ext cx="265234" cy="860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A7A1E1CB-F062-0156-02CE-6B56496102B7}"/>
              </a:ext>
            </a:extLst>
          </p:cNvPr>
          <p:cNvSpPr/>
          <p:nvPr/>
        </p:nvSpPr>
        <p:spPr>
          <a:xfrm>
            <a:off x="5261047" y="283923"/>
            <a:ext cx="165817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Override some commands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1C7D74-9E42-EFEA-80F6-1D133A9F6B34}"/>
              </a:ext>
            </a:extLst>
          </p:cNvPr>
          <p:cNvSpPr/>
          <p:nvPr/>
        </p:nvSpPr>
        <p:spPr>
          <a:xfrm>
            <a:off x="2266769" y="4456722"/>
            <a:ext cx="1776927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Retract Climber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73C7B7-06E6-1A95-7898-3C959F4A95F3}"/>
              </a:ext>
            </a:extLst>
          </p:cNvPr>
          <p:cNvSpPr/>
          <p:nvPr/>
        </p:nvSpPr>
        <p:spPr>
          <a:xfrm>
            <a:off x="2266769" y="3981523"/>
            <a:ext cx="1776927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Extend Climber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987952-B928-FA1B-E6F3-06B1BE551BC8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043696" y="3713584"/>
            <a:ext cx="1425427" cy="426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9A9B10-6C2A-AF35-03AB-3041901E7DD5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043696" y="4237810"/>
            <a:ext cx="1443951" cy="377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AF6C74-82F6-134D-1AF5-C2B55EE27074}"/>
              </a:ext>
            </a:extLst>
          </p:cNvPr>
          <p:cNvGrpSpPr/>
          <p:nvPr/>
        </p:nvGrpSpPr>
        <p:grpSpPr>
          <a:xfrm>
            <a:off x="240991" y="5477120"/>
            <a:ext cx="1914612" cy="1145565"/>
            <a:chOff x="1959429" y="0"/>
            <a:chExt cx="1914612" cy="11455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634ECF-E2DC-5F54-F63A-C8EC68B7BCF1}"/>
                </a:ext>
              </a:extLst>
            </p:cNvPr>
            <p:cNvSpPr/>
            <p:nvPr/>
          </p:nvSpPr>
          <p:spPr>
            <a:xfrm>
              <a:off x="1959429" y="0"/>
              <a:ext cx="1914612" cy="11455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C10AFCA-A67C-8398-62E8-31E063D300A1}"/>
                </a:ext>
              </a:extLst>
            </p:cNvPr>
            <p:cNvSpPr/>
            <p:nvPr/>
          </p:nvSpPr>
          <p:spPr>
            <a:xfrm>
              <a:off x="2132044" y="162049"/>
              <a:ext cx="1595535" cy="3172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One-Shot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33D9434-D197-083D-72CA-B83B5FEB5E04}"/>
                </a:ext>
              </a:extLst>
            </p:cNvPr>
            <p:cNvSpPr/>
            <p:nvPr/>
          </p:nvSpPr>
          <p:spPr>
            <a:xfrm>
              <a:off x="2132044" y="700932"/>
              <a:ext cx="1595535" cy="3172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While Pressed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3864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video game controller&#10;&#10;AI-generated content may be incorrect.">
            <a:extLst>
              <a:ext uri="{FF2B5EF4-FFF2-40B4-BE49-F238E27FC236}">
                <a16:creationId xmlns:a16="http://schemas.microsoft.com/office/drawing/2014/main" id="{80FBD04D-F57C-3CF7-80B9-C7BDF1A1A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312" y="1477474"/>
            <a:ext cx="5100544" cy="36023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DC9F18-5C71-1C67-7875-F6E985B75457}"/>
              </a:ext>
            </a:extLst>
          </p:cNvPr>
          <p:cNvSpPr txBox="1"/>
          <p:nvPr/>
        </p:nvSpPr>
        <p:spPr>
          <a:xfrm>
            <a:off x="345233" y="335902"/>
            <a:ext cx="2584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Shooter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5697CC-03CB-CE08-D24D-B1023261C902}"/>
              </a:ext>
            </a:extLst>
          </p:cNvPr>
          <p:cNvSpPr/>
          <p:nvPr/>
        </p:nvSpPr>
        <p:spPr>
          <a:xfrm>
            <a:off x="8600856" y="6478616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Ladder Align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68B21B-BC45-4D8E-3E39-987DC3CFE410}"/>
              </a:ext>
            </a:extLst>
          </p:cNvPr>
          <p:cNvSpPr/>
          <p:nvPr/>
        </p:nvSpPr>
        <p:spPr>
          <a:xfrm>
            <a:off x="7153705" y="5917027"/>
            <a:ext cx="1926144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Approach Depot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26CD50-9017-5B4D-4931-DC8A76551DCD}"/>
              </a:ext>
            </a:extLst>
          </p:cNvPr>
          <p:cNvSpPr/>
          <p:nvPr/>
        </p:nvSpPr>
        <p:spPr>
          <a:xfrm>
            <a:off x="6758819" y="6377649"/>
            <a:ext cx="1807658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Approach Outpost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BDD6F5-47EB-E31A-2443-482B3C29A23F}"/>
              </a:ext>
            </a:extLst>
          </p:cNvPr>
          <p:cNvSpPr/>
          <p:nvPr/>
        </p:nvSpPr>
        <p:spPr>
          <a:xfrm>
            <a:off x="1480739" y="2324249"/>
            <a:ext cx="1595535" cy="4927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Empty Fuel</a:t>
            </a:r>
          </a:p>
          <a:p>
            <a:pPr algn="ctr"/>
            <a:r>
              <a:rPr lang="en-US" sz="1200" dirty="0">
                <a:solidFill>
                  <a:schemeClr val="tx2"/>
                </a:solidFill>
              </a:rPr>
              <a:t>(back pressed)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2DC017-BF61-5880-3824-D65FA1623FD7}"/>
              </a:ext>
            </a:extLst>
          </p:cNvPr>
          <p:cNvSpPr/>
          <p:nvPr/>
        </p:nvSpPr>
        <p:spPr>
          <a:xfrm>
            <a:off x="9855703" y="5501336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Goto Climb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8E3938-169E-DBC2-8D39-5A597345AB0B}"/>
              </a:ext>
            </a:extLst>
          </p:cNvPr>
          <p:cNvSpPr/>
          <p:nvPr/>
        </p:nvSpPr>
        <p:spPr>
          <a:xfrm>
            <a:off x="9071415" y="1465331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Aim &amp; Shoot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6234B4-0847-FA69-7472-3D7D0AE90631}"/>
              </a:ext>
            </a:extLst>
          </p:cNvPr>
          <p:cNvSpPr/>
          <p:nvPr/>
        </p:nvSpPr>
        <p:spPr>
          <a:xfrm>
            <a:off x="9131026" y="3350062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Brake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4D5F66-778A-A89F-468A-3E6C9511C581}"/>
              </a:ext>
            </a:extLst>
          </p:cNvPr>
          <p:cNvSpPr/>
          <p:nvPr/>
        </p:nvSpPr>
        <p:spPr>
          <a:xfrm>
            <a:off x="5177206" y="238595"/>
            <a:ext cx="165817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Override some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69B6A3-0DA2-9D96-0351-4045F2E2F1E1}"/>
              </a:ext>
            </a:extLst>
          </p:cNvPr>
          <p:cNvSpPr/>
          <p:nvPr/>
        </p:nvSpPr>
        <p:spPr>
          <a:xfrm>
            <a:off x="1449753" y="1612910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Fuel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136852-C263-58AE-B3A2-82BE180C50B1}"/>
              </a:ext>
            </a:extLst>
          </p:cNvPr>
          <p:cNvSpPr/>
          <p:nvPr/>
        </p:nvSpPr>
        <p:spPr>
          <a:xfrm>
            <a:off x="10326383" y="6423947"/>
            <a:ext cx="1595535" cy="317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Get Off Fuel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87B5D4-8008-9128-F533-C1E35FE5B92C}"/>
              </a:ext>
            </a:extLst>
          </p:cNvPr>
          <p:cNvSpPr/>
          <p:nvPr/>
        </p:nvSpPr>
        <p:spPr>
          <a:xfrm>
            <a:off x="9554146" y="6049903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Reset Position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0EA12B-9AD3-C372-4AAA-ACD138FBBC4C}"/>
              </a:ext>
            </a:extLst>
          </p:cNvPr>
          <p:cNvSpPr/>
          <p:nvPr/>
        </p:nvSpPr>
        <p:spPr>
          <a:xfrm>
            <a:off x="9100369" y="1963707"/>
            <a:ext cx="1595535" cy="445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Just Shoot</a:t>
            </a:r>
          </a:p>
          <a:p>
            <a:pPr algn="ctr"/>
            <a:r>
              <a:rPr lang="en-US" sz="1200" dirty="0">
                <a:solidFill>
                  <a:schemeClr val="tx2"/>
                </a:solidFill>
              </a:rPr>
              <a:t>(back pressed)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265B6DA-041B-8198-F0A6-2EA5AED2C066}"/>
              </a:ext>
            </a:extLst>
          </p:cNvPr>
          <p:cNvGrpSpPr/>
          <p:nvPr/>
        </p:nvGrpSpPr>
        <p:grpSpPr>
          <a:xfrm>
            <a:off x="240991" y="5477120"/>
            <a:ext cx="1914612" cy="1145565"/>
            <a:chOff x="1959429" y="0"/>
            <a:chExt cx="1914612" cy="114556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23CAAF7-2E86-FCE3-436F-A19A04CE88D0}"/>
                </a:ext>
              </a:extLst>
            </p:cNvPr>
            <p:cNvSpPr/>
            <p:nvPr/>
          </p:nvSpPr>
          <p:spPr>
            <a:xfrm>
              <a:off x="1959429" y="0"/>
              <a:ext cx="1914612" cy="11455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6E82EA-1AE1-CFB3-BE12-C33072D8CBE7}"/>
                </a:ext>
              </a:extLst>
            </p:cNvPr>
            <p:cNvSpPr/>
            <p:nvPr/>
          </p:nvSpPr>
          <p:spPr>
            <a:xfrm>
              <a:off x="2132044" y="162049"/>
              <a:ext cx="1595535" cy="3172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One-Shot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36CB937-8976-AE7B-7FE7-929F24F3C592}"/>
                </a:ext>
              </a:extLst>
            </p:cNvPr>
            <p:cNvSpPr/>
            <p:nvPr/>
          </p:nvSpPr>
          <p:spPr>
            <a:xfrm>
              <a:off x="2132044" y="700932"/>
              <a:ext cx="1595535" cy="3172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While Pressed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313DCAD-124D-5850-AD89-3AB6441F9862}"/>
              </a:ext>
            </a:extLst>
          </p:cNvPr>
          <p:cNvSpPr/>
          <p:nvPr/>
        </p:nvSpPr>
        <p:spPr>
          <a:xfrm>
            <a:off x="3076274" y="6219029"/>
            <a:ext cx="1595535" cy="317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0B3026-3929-68C0-D9CA-51C0578C6396}"/>
              </a:ext>
            </a:extLst>
          </p:cNvPr>
          <p:cNvSpPr/>
          <p:nvPr/>
        </p:nvSpPr>
        <p:spPr>
          <a:xfrm>
            <a:off x="1532803" y="3312058"/>
            <a:ext cx="1595535" cy="4908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Retract Intake </a:t>
            </a:r>
            <a:r>
              <a:rPr lang="en-US" sz="1200" dirty="0">
                <a:solidFill>
                  <a:schemeClr val="tx2"/>
                </a:solidFill>
              </a:rPr>
              <a:t>(up)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13644A-9285-9111-3BBE-6AB488C981FF}"/>
              </a:ext>
            </a:extLst>
          </p:cNvPr>
          <p:cNvSpPr txBox="1"/>
          <p:nvPr/>
        </p:nvSpPr>
        <p:spPr>
          <a:xfrm>
            <a:off x="4410360" y="1516588"/>
            <a:ext cx="977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Bumper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3C2E0C-F6E9-C73C-F7F2-26D2724A3EC5}"/>
              </a:ext>
            </a:extLst>
          </p:cNvPr>
          <p:cNvSpPr txBox="1"/>
          <p:nvPr/>
        </p:nvSpPr>
        <p:spPr>
          <a:xfrm>
            <a:off x="6879240" y="1504584"/>
            <a:ext cx="977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Bumper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C26886-D16D-E4C3-22DA-B6459CC232DD}"/>
              </a:ext>
            </a:extLst>
          </p:cNvPr>
          <p:cNvSpPr txBox="1"/>
          <p:nvPr/>
        </p:nvSpPr>
        <p:spPr>
          <a:xfrm>
            <a:off x="3743261" y="1667107"/>
            <a:ext cx="338554" cy="580800"/>
          </a:xfrm>
          <a:prstGeom prst="rect">
            <a:avLst/>
          </a:prstGeom>
          <a:noFill/>
        </p:spPr>
        <p:txBody>
          <a:bodyPr vert="vert270" wrap="none" lIns="0" tIns="0" rIns="9144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Trigger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AA1677-C84E-01A0-4838-DEC253AEDD33}"/>
              </a:ext>
            </a:extLst>
          </p:cNvPr>
          <p:cNvSpPr txBox="1"/>
          <p:nvPr/>
        </p:nvSpPr>
        <p:spPr>
          <a:xfrm>
            <a:off x="8169225" y="1650792"/>
            <a:ext cx="338554" cy="580800"/>
          </a:xfrm>
          <a:prstGeom prst="rect">
            <a:avLst/>
          </a:prstGeom>
          <a:noFill/>
        </p:spPr>
        <p:txBody>
          <a:bodyPr vert="vert270" wrap="none" lIns="0" tIns="0" rIns="9144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Trigger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D483E6-0944-EC88-9A25-F3839E12ED50}"/>
              </a:ext>
            </a:extLst>
          </p:cNvPr>
          <p:cNvSpPr txBox="1"/>
          <p:nvPr/>
        </p:nvSpPr>
        <p:spPr>
          <a:xfrm rot="5400000">
            <a:off x="6410673" y="2179293"/>
            <a:ext cx="276999" cy="306301"/>
          </a:xfrm>
          <a:prstGeom prst="rect">
            <a:avLst/>
          </a:prstGeom>
          <a:noFill/>
        </p:spPr>
        <p:txBody>
          <a:bodyPr vert="vert270" wrap="none" lIns="0" tIns="0" rIns="9144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start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389938-BC74-9774-0C0E-5E96467866AF}"/>
              </a:ext>
            </a:extLst>
          </p:cNvPr>
          <p:cNvSpPr txBox="1"/>
          <p:nvPr/>
        </p:nvSpPr>
        <p:spPr>
          <a:xfrm rot="5400000">
            <a:off x="5470425" y="2191881"/>
            <a:ext cx="276999" cy="323808"/>
          </a:xfrm>
          <a:prstGeom prst="rect">
            <a:avLst/>
          </a:prstGeom>
          <a:noFill/>
        </p:spPr>
        <p:txBody>
          <a:bodyPr vert="vert270" wrap="none" lIns="0" tIns="0" rIns="9144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back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C5C913-85F8-2C50-28A3-5D5BB59BBE80}"/>
              </a:ext>
            </a:extLst>
          </p:cNvPr>
          <p:cNvCxnSpPr>
            <a:cxnSpLocks/>
            <a:stCxn id="11" idx="3"/>
            <a:endCxn id="40" idx="1"/>
          </p:cNvCxnSpPr>
          <p:nvPr/>
        </p:nvCxnSpPr>
        <p:spPr>
          <a:xfrm flipV="1">
            <a:off x="3076274" y="1957507"/>
            <a:ext cx="666987" cy="6131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0DEA290-90F8-28D1-6CBD-C733FE940D32}"/>
              </a:ext>
            </a:extLst>
          </p:cNvPr>
          <p:cNvCxnSpPr>
            <a:cxnSpLocks/>
            <a:stCxn id="16" idx="2"/>
            <a:endCxn id="31" idx="1"/>
          </p:cNvCxnSpPr>
          <p:nvPr/>
        </p:nvCxnSpPr>
        <p:spPr>
          <a:xfrm flipH="1">
            <a:off x="5608925" y="700260"/>
            <a:ext cx="397370" cy="15150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4880E23-506E-F8A1-178D-DD14868625AA}"/>
              </a:ext>
            </a:extLst>
          </p:cNvPr>
          <p:cNvCxnSpPr/>
          <p:nvPr/>
        </p:nvCxnSpPr>
        <p:spPr>
          <a:xfrm>
            <a:off x="10021583" y="4194873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BE9FD5-C548-4E8D-1796-AB52E919A60F}"/>
              </a:ext>
            </a:extLst>
          </p:cNvPr>
          <p:cNvCxnSpPr/>
          <p:nvPr/>
        </p:nvCxnSpPr>
        <p:spPr>
          <a:xfrm>
            <a:off x="10173983" y="4347273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5A32E0-CA1D-F4D9-E93F-E30902460FBC}"/>
              </a:ext>
            </a:extLst>
          </p:cNvPr>
          <p:cNvCxnSpPr>
            <a:cxnSpLocks/>
            <a:stCxn id="66" idx="3"/>
            <a:endCxn id="11" idx="1"/>
          </p:cNvCxnSpPr>
          <p:nvPr/>
        </p:nvCxnSpPr>
        <p:spPr>
          <a:xfrm flipV="1">
            <a:off x="1119611" y="2570648"/>
            <a:ext cx="361128" cy="308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B9347A-1448-9C36-E156-00C8C555592D}"/>
              </a:ext>
            </a:extLst>
          </p:cNvPr>
          <p:cNvCxnSpPr>
            <a:cxnSpLocks/>
            <a:stCxn id="17" idx="3"/>
            <a:endCxn id="40" idx="1"/>
          </p:cNvCxnSpPr>
          <p:nvPr/>
        </p:nvCxnSpPr>
        <p:spPr>
          <a:xfrm>
            <a:off x="3045288" y="1771531"/>
            <a:ext cx="697973" cy="185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E7EA0A-B3C2-81CC-41E8-496E73B19E76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128338" y="3092190"/>
            <a:ext cx="2269138" cy="465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DDF0C2D-32E3-CA34-48C3-798CBE854D40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3128338" y="3625693"/>
            <a:ext cx="2269138" cy="5348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2325063-E19B-E3AD-067B-B0DBB5BA31A5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7482254" y="2969062"/>
            <a:ext cx="1648772" cy="5396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E13D29F-7527-67DC-910F-7C75EBB88EAA}"/>
              </a:ext>
            </a:extLst>
          </p:cNvPr>
          <p:cNvSpPr/>
          <p:nvPr/>
        </p:nvSpPr>
        <p:spPr>
          <a:xfrm>
            <a:off x="1532803" y="3924607"/>
            <a:ext cx="1595535" cy="4718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Deploy Intake </a:t>
            </a:r>
            <a:r>
              <a:rPr lang="en-US" sz="1200" dirty="0">
                <a:solidFill>
                  <a:schemeClr val="tx2"/>
                </a:solidFill>
              </a:rPr>
              <a:t>(down)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B6922E-B551-616F-95A0-C704B3DA611B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9741159" y="706857"/>
            <a:ext cx="128024" cy="758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D2BFB52-60A8-3EDA-BAB7-FAF1E5BB88C4}"/>
              </a:ext>
            </a:extLst>
          </p:cNvPr>
          <p:cNvCxnSpPr/>
          <p:nvPr/>
        </p:nvCxnSpPr>
        <p:spPr>
          <a:xfrm>
            <a:off x="11033533" y="4012190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2DB378A-D1BC-64C7-3E13-6875826B9912}"/>
              </a:ext>
            </a:extLst>
          </p:cNvPr>
          <p:cNvCxnSpPr/>
          <p:nvPr/>
        </p:nvCxnSpPr>
        <p:spPr>
          <a:xfrm>
            <a:off x="11185933" y="4164590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0DC03C-2D5E-A001-64E3-E19D2B3E612C}"/>
              </a:ext>
            </a:extLst>
          </p:cNvPr>
          <p:cNvCxnSpPr>
            <a:cxnSpLocks/>
            <a:stCxn id="13" idx="1"/>
            <a:endCxn id="41" idx="3"/>
          </p:cNvCxnSpPr>
          <p:nvPr/>
        </p:nvCxnSpPr>
        <p:spPr>
          <a:xfrm flipH="1">
            <a:off x="8507779" y="1623952"/>
            <a:ext cx="563636" cy="317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6CC430F-1C96-F7AF-802B-18DA56C6B849}"/>
              </a:ext>
            </a:extLst>
          </p:cNvPr>
          <p:cNvCxnSpPr/>
          <p:nvPr/>
        </p:nvCxnSpPr>
        <p:spPr>
          <a:xfrm>
            <a:off x="10734261" y="4154321"/>
            <a:ext cx="400178" cy="829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397F8D8-E9D4-512A-2BA5-F56ACE47DAC8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5757841" y="3350062"/>
            <a:ext cx="715232" cy="16280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20C0ED-A4F3-F9CE-CA48-769B7B374086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4761512" y="3350062"/>
            <a:ext cx="415694" cy="1905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4FF40F8-86DB-E873-9B59-C8FF4F75FB8F}"/>
              </a:ext>
            </a:extLst>
          </p:cNvPr>
          <p:cNvSpPr txBox="1"/>
          <p:nvPr/>
        </p:nvSpPr>
        <p:spPr>
          <a:xfrm>
            <a:off x="10764045" y="1040863"/>
            <a:ext cx="12382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Goto a good location, aim, engage brake, and shoot all fuel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A9B908C-C2A5-4AFB-330F-1619EF2A4E93}"/>
              </a:ext>
            </a:extLst>
          </p:cNvPr>
          <p:cNvSpPr txBox="1"/>
          <p:nvPr/>
        </p:nvSpPr>
        <p:spPr>
          <a:xfrm>
            <a:off x="10745448" y="1886504"/>
            <a:ext cx="146958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Maintains aim and shoot all fuel. Can be moving…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67FDAB-D148-693D-B4C4-C0546E0CF5E2}"/>
              </a:ext>
            </a:extLst>
          </p:cNvPr>
          <p:cNvSpPr/>
          <p:nvPr/>
        </p:nvSpPr>
        <p:spPr>
          <a:xfrm>
            <a:off x="3963744" y="5255230"/>
            <a:ext cx="1595535" cy="4908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Tweak Intake </a:t>
            </a:r>
            <a:r>
              <a:rPr lang="en-US" sz="1200" dirty="0">
                <a:solidFill>
                  <a:schemeClr val="tx2"/>
                </a:solidFill>
              </a:rPr>
              <a:t>(up)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FAA101-9AC4-2FA0-4D53-CAE7BB8F0112}"/>
              </a:ext>
            </a:extLst>
          </p:cNvPr>
          <p:cNvSpPr/>
          <p:nvPr/>
        </p:nvSpPr>
        <p:spPr>
          <a:xfrm>
            <a:off x="5675305" y="4978075"/>
            <a:ext cx="1595535" cy="4908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Tweak Intake </a:t>
            </a:r>
            <a:r>
              <a:rPr lang="en-US" sz="1200" dirty="0">
                <a:solidFill>
                  <a:schemeClr val="tx2"/>
                </a:solidFill>
              </a:rPr>
              <a:t>(down)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7F1A53-2FCD-6A1A-A80C-D18C3770D3AF}"/>
              </a:ext>
            </a:extLst>
          </p:cNvPr>
          <p:cNvSpPr txBox="1"/>
          <p:nvPr/>
        </p:nvSpPr>
        <p:spPr>
          <a:xfrm>
            <a:off x="9236558" y="159659"/>
            <a:ext cx="12382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Both of these also operates indexer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7EDDBC-7009-31DA-6F1C-6DA065FD969C}"/>
              </a:ext>
            </a:extLst>
          </p:cNvPr>
          <p:cNvSpPr txBox="1"/>
          <p:nvPr/>
        </p:nvSpPr>
        <p:spPr>
          <a:xfrm>
            <a:off x="271962" y="2409465"/>
            <a:ext cx="84764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Empty Fuel also operates indexer in reverse</a:t>
            </a:r>
          </a:p>
        </p:txBody>
      </p:sp>
    </p:spTree>
    <p:extLst>
      <p:ext uri="{BB962C8B-B14F-4D97-AF65-F5344CB8AC3E}">
        <p14:creationId xmlns:p14="http://schemas.microsoft.com/office/powerpoint/2010/main" val="124555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B50DDD-9F26-7769-EA99-8575A4D3E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0" r="11291"/>
          <a:stretch>
            <a:fillRect/>
          </a:stretch>
        </p:blipFill>
        <p:spPr>
          <a:xfrm rot="10800000">
            <a:off x="2602522" y="447940"/>
            <a:ext cx="8400421" cy="64100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7CFD9B-DE7D-05A5-A3F4-90F0BFC1D53E}"/>
              </a:ext>
            </a:extLst>
          </p:cNvPr>
          <p:cNvCxnSpPr/>
          <p:nvPr/>
        </p:nvCxnSpPr>
        <p:spPr>
          <a:xfrm flipV="1">
            <a:off x="2893925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D846A5-CB70-F4FF-0C73-5301A1005282}"/>
              </a:ext>
            </a:extLst>
          </p:cNvPr>
          <p:cNvCxnSpPr/>
          <p:nvPr/>
        </p:nvCxnSpPr>
        <p:spPr>
          <a:xfrm flipV="1">
            <a:off x="617382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F433E0-4F27-49C8-F8DE-12B3CB323FE5}"/>
              </a:ext>
            </a:extLst>
          </p:cNvPr>
          <p:cNvSpPr txBox="1"/>
          <p:nvPr/>
        </p:nvSpPr>
        <p:spPr>
          <a:xfrm>
            <a:off x="4124527" y="207220"/>
            <a:ext cx="10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15’ – 2”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4EB9C5-7C2E-790F-423E-D639C294633C}"/>
              </a:ext>
            </a:extLst>
          </p:cNvPr>
          <p:cNvCxnSpPr/>
          <p:nvPr/>
        </p:nvCxnSpPr>
        <p:spPr>
          <a:xfrm>
            <a:off x="4980562" y="391886"/>
            <a:ext cx="1193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187084-3633-5124-9AAD-27CBBC0AA1A3}"/>
              </a:ext>
            </a:extLst>
          </p:cNvPr>
          <p:cNvCxnSpPr>
            <a:stCxn id="10" idx="1"/>
          </p:cNvCxnSpPr>
          <p:nvPr/>
        </p:nvCxnSpPr>
        <p:spPr>
          <a:xfrm flipH="1">
            <a:off x="2893925" y="391886"/>
            <a:ext cx="1230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FEC2BC5-7AED-CDE6-F7CA-A5827780AAFE}"/>
              </a:ext>
            </a:extLst>
          </p:cNvPr>
          <p:cNvSpPr txBox="1"/>
          <p:nvPr/>
        </p:nvSpPr>
        <p:spPr>
          <a:xfrm>
            <a:off x="6846630" y="207220"/>
            <a:ext cx="111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11’-11”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0E18FE-0E83-1549-B5F0-E19EC8C415D4}"/>
              </a:ext>
            </a:extLst>
          </p:cNvPr>
          <p:cNvCxnSpPr/>
          <p:nvPr/>
        </p:nvCxnSpPr>
        <p:spPr>
          <a:xfrm flipH="1">
            <a:off x="6245157" y="391886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B00D9C-91FA-49C0-9A29-87037834774E}"/>
              </a:ext>
            </a:extLst>
          </p:cNvPr>
          <p:cNvCxnSpPr/>
          <p:nvPr/>
        </p:nvCxnSpPr>
        <p:spPr>
          <a:xfrm flipV="1">
            <a:off x="872571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167E87-77C6-DF48-C808-B355E62D599B}"/>
              </a:ext>
            </a:extLst>
          </p:cNvPr>
          <p:cNvCxnSpPr/>
          <p:nvPr/>
        </p:nvCxnSpPr>
        <p:spPr>
          <a:xfrm>
            <a:off x="7801583" y="391886"/>
            <a:ext cx="8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A65735-A8CC-3A69-6FA4-371F403ECD00}"/>
              </a:ext>
            </a:extLst>
          </p:cNvPr>
          <p:cNvCxnSpPr>
            <a:cxnSpLocks/>
          </p:cNvCxnSpPr>
          <p:nvPr/>
        </p:nvCxnSpPr>
        <p:spPr>
          <a:xfrm flipH="1">
            <a:off x="1867711" y="787940"/>
            <a:ext cx="8560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5C8DFA-6E96-0E54-F5B9-94802962801D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2235116" y="3652970"/>
            <a:ext cx="367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D89150-7413-ECDC-940D-59A0A3D1CD5D}"/>
              </a:ext>
            </a:extLst>
          </p:cNvPr>
          <p:cNvCxnSpPr/>
          <p:nvPr/>
        </p:nvCxnSpPr>
        <p:spPr>
          <a:xfrm flipH="1">
            <a:off x="1867711" y="6439711"/>
            <a:ext cx="734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3AB9B3-2CB6-3048-47FD-07FACBF21F40}"/>
              </a:ext>
            </a:extLst>
          </p:cNvPr>
          <p:cNvCxnSpPr/>
          <p:nvPr/>
        </p:nvCxnSpPr>
        <p:spPr>
          <a:xfrm flipV="1">
            <a:off x="2332393" y="787940"/>
            <a:ext cx="0" cy="71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786020-3053-E701-DB4C-FE04D96708D7}"/>
              </a:ext>
            </a:extLst>
          </p:cNvPr>
          <p:cNvCxnSpPr/>
          <p:nvPr/>
        </p:nvCxnSpPr>
        <p:spPr>
          <a:xfrm>
            <a:off x="2332393" y="1760706"/>
            <a:ext cx="0" cy="189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CE21BC-91A9-4181-57BB-20157664BF64}"/>
              </a:ext>
            </a:extLst>
          </p:cNvPr>
          <p:cNvCxnSpPr/>
          <p:nvPr/>
        </p:nvCxnSpPr>
        <p:spPr>
          <a:xfrm flipV="1">
            <a:off x="2062264" y="787940"/>
            <a:ext cx="0" cy="486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58B8029-A709-54A6-75B5-00648E4F87AC}"/>
              </a:ext>
            </a:extLst>
          </p:cNvPr>
          <p:cNvCxnSpPr/>
          <p:nvPr/>
        </p:nvCxnSpPr>
        <p:spPr>
          <a:xfrm>
            <a:off x="2062264" y="6050604"/>
            <a:ext cx="0" cy="38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80C1738-B9B4-AAA9-C21E-69AC380459D1}"/>
              </a:ext>
            </a:extLst>
          </p:cNvPr>
          <p:cNvSpPr txBox="1"/>
          <p:nvPr/>
        </p:nvSpPr>
        <p:spPr>
          <a:xfrm>
            <a:off x="1867711" y="1498060"/>
            <a:ext cx="10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13’- 3”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A31091-E868-C733-5185-F7D88D35F3EC}"/>
              </a:ext>
            </a:extLst>
          </p:cNvPr>
          <p:cNvSpPr txBox="1"/>
          <p:nvPr/>
        </p:nvSpPr>
        <p:spPr>
          <a:xfrm>
            <a:off x="1678395" y="569099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26’- 7”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F6BE33-D78F-F2AF-A67B-3F97A2091FE7}"/>
              </a:ext>
            </a:extLst>
          </p:cNvPr>
          <p:cNvSpPr/>
          <p:nvPr/>
        </p:nvSpPr>
        <p:spPr>
          <a:xfrm>
            <a:off x="5343727" y="1027427"/>
            <a:ext cx="466928" cy="4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37C460-1616-14EF-77EB-FA04502FF910}"/>
              </a:ext>
            </a:extLst>
          </p:cNvPr>
          <p:cNvSpPr/>
          <p:nvPr/>
        </p:nvSpPr>
        <p:spPr>
          <a:xfrm>
            <a:off x="5293166" y="2706837"/>
            <a:ext cx="466928" cy="4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45FDBB-C29F-46BF-3A52-5AE0F3439DC1}"/>
              </a:ext>
            </a:extLst>
          </p:cNvPr>
          <p:cNvSpPr/>
          <p:nvPr/>
        </p:nvSpPr>
        <p:spPr>
          <a:xfrm>
            <a:off x="5293166" y="4186136"/>
            <a:ext cx="466928" cy="4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F99331-A028-0716-267A-FC2ED21E25A8}"/>
              </a:ext>
            </a:extLst>
          </p:cNvPr>
          <p:cNvSpPr/>
          <p:nvPr/>
        </p:nvSpPr>
        <p:spPr>
          <a:xfrm>
            <a:off x="5343727" y="5778229"/>
            <a:ext cx="466928" cy="4669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0245D3-5761-18B8-7ED7-F7539E0612C5}"/>
              </a:ext>
            </a:extLst>
          </p:cNvPr>
          <p:cNvSpPr/>
          <p:nvPr/>
        </p:nvSpPr>
        <p:spPr>
          <a:xfrm>
            <a:off x="3509226" y="3049740"/>
            <a:ext cx="466928" cy="4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62C5265-7370-9FA1-003E-B3D2379F2C55}"/>
              </a:ext>
            </a:extLst>
          </p:cNvPr>
          <p:cNvSpPr/>
          <p:nvPr/>
        </p:nvSpPr>
        <p:spPr>
          <a:xfrm>
            <a:off x="3332740" y="4233903"/>
            <a:ext cx="466928" cy="4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E91C76-CA37-AE35-5996-DBB394B403D0}"/>
              </a:ext>
            </a:extLst>
          </p:cNvPr>
          <p:cNvSpPr txBox="1"/>
          <p:nvPr/>
        </p:nvSpPr>
        <p:spPr>
          <a:xfrm>
            <a:off x="8696528" y="888051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Neutral   Zone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6A8393-6DF5-94BF-A9A0-6987886E8715}"/>
              </a:ext>
            </a:extLst>
          </p:cNvPr>
          <p:cNvSpPr txBox="1"/>
          <p:nvPr/>
        </p:nvSpPr>
        <p:spPr>
          <a:xfrm>
            <a:off x="260823" y="207220"/>
            <a:ext cx="17722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Autonomous Start &amp; End Positions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814D1F-3CCB-87BC-CF0C-772386C49A12}"/>
              </a:ext>
            </a:extLst>
          </p:cNvPr>
          <p:cNvSpPr txBox="1"/>
          <p:nvPr/>
        </p:nvSpPr>
        <p:spPr>
          <a:xfrm>
            <a:off x="2940927" y="817271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Alliance Zone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D4AE3-684C-9359-A0AA-1662D15496D1}"/>
              </a:ext>
            </a:extLst>
          </p:cNvPr>
          <p:cNvSpPr txBox="1"/>
          <p:nvPr/>
        </p:nvSpPr>
        <p:spPr>
          <a:xfrm>
            <a:off x="201086" y="2106672"/>
            <a:ext cx="16285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Coordinates</a:t>
            </a:r>
          </a:p>
          <a:p>
            <a:pPr algn="ctr"/>
            <a:r>
              <a:rPr lang="en-US" sz="1600" dirty="0"/>
              <a:t> (x, y) – </a:t>
            </a:r>
            <a:r>
              <a:rPr lang="en-US" sz="900" dirty="0"/>
              <a:t>meters</a:t>
            </a:r>
          </a:p>
          <a:p>
            <a:pPr algn="ctr"/>
            <a:endParaRPr lang="en-US" sz="1600" dirty="0"/>
          </a:p>
          <a:p>
            <a:pPr indent="285750"/>
            <a:r>
              <a:rPr lang="en-US" sz="1600" dirty="0"/>
              <a:t>S1- 3.8, 7.5</a:t>
            </a:r>
          </a:p>
          <a:p>
            <a:pPr indent="285750"/>
            <a:r>
              <a:rPr lang="en-US" sz="1600" dirty="0"/>
              <a:t>S2- 3.7, 5.0</a:t>
            </a:r>
          </a:p>
          <a:p>
            <a:pPr indent="285750"/>
            <a:r>
              <a:rPr lang="en-US" sz="1600" dirty="0"/>
              <a:t>S3- 3.7, 2.8</a:t>
            </a:r>
          </a:p>
          <a:p>
            <a:pPr indent="285750"/>
            <a:r>
              <a:rPr lang="en-US" sz="1600" dirty="0"/>
              <a:t>S4- 3.8, 0.7</a:t>
            </a:r>
          </a:p>
          <a:p>
            <a:pPr indent="285750"/>
            <a:endParaRPr lang="en-US" sz="1600" dirty="0"/>
          </a:p>
          <a:p>
            <a:pPr indent="285750"/>
            <a:r>
              <a:rPr lang="en-US" sz="1600" dirty="0"/>
              <a:t>C1- 1.3, 4.6</a:t>
            </a:r>
          </a:p>
          <a:p>
            <a:pPr indent="285750"/>
            <a:r>
              <a:rPr lang="en-US" sz="1600" dirty="0"/>
              <a:t>C2- 0.9, 2.9</a:t>
            </a:r>
          </a:p>
          <a:p>
            <a:pPr indent="285750"/>
            <a:r>
              <a:rPr lang="en-US" sz="1600" dirty="0"/>
              <a:t>C3-</a:t>
            </a:r>
          </a:p>
          <a:p>
            <a:pPr indent="285750"/>
            <a:r>
              <a:rPr lang="en-US" sz="1600" dirty="0"/>
              <a:t>C4-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B60F1E-C95A-7F9F-EA8B-C9E804817959}"/>
              </a:ext>
            </a:extLst>
          </p:cNvPr>
          <p:cNvSpPr/>
          <p:nvPr/>
        </p:nvSpPr>
        <p:spPr>
          <a:xfrm>
            <a:off x="3460463" y="3570762"/>
            <a:ext cx="466928" cy="4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91440"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0991A2-9D54-EA33-019E-AEF36A18F0BD}"/>
              </a:ext>
            </a:extLst>
          </p:cNvPr>
          <p:cNvSpPr/>
          <p:nvPr/>
        </p:nvSpPr>
        <p:spPr>
          <a:xfrm>
            <a:off x="3460463" y="3652969"/>
            <a:ext cx="466928" cy="466928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0"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C4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8ACF3-E084-E530-4FBA-33676471B46A}"/>
              </a:ext>
            </a:extLst>
          </p:cNvPr>
          <p:cNvSpPr txBox="1"/>
          <p:nvPr/>
        </p:nvSpPr>
        <p:spPr>
          <a:xfrm>
            <a:off x="6724339" y="4419600"/>
            <a:ext cx="3944378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1600" b="1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G303 – Robot Placement</a:t>
            </a:r>
          </a:p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D. its BUMPERS overlap their ROBOT STARTING LINE, </a:t>
            </a:r>
          </a:p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E. it’s not contacting the BUMP </a:t>
            </a:r>
          </a:p>
        </p:txBody>
      </p:sp>
    </p:spTree>
    <p:extLst>
      <p:ext uri="{BB962C8B-B14F-4D97-AF65-F5344CB8AC3E}">
        <p14:creationId xmlns:p14="http://schemas.microsoft.com/office/powerpoint/2010/main" val="42507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248F-BAFC-DA8A-700D-56C75C01F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5CC9F3-7CD8-4AA4-F0E1-141B0A20D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0" r="11291"/>
          <a:stretch>
            <a:fillRect/>
          </a:stretch>
        </p:blipFill>
        <p:spPr>
          <a:xfrm rot="10800000">
            <a:off x="2602522" y="447940"/>
            <a:ext cx="8400421" cy="64100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5D64C9-8C6A-0139-4AFA-6E04EE524950}"/>
              </a:ext>
            </a:extLst>
          </p:cNvPr>
          <p:cNvCxnSpPr/>
          <p:nvPr/>
        </p:nvCxnSpPr>
        <p:spPr>
          <a:xfrm flipV="1">
            <a:off x="2893925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87EDA1-6135-5BC6-04CE-EA6DC907CD09}"/>
              </a:ext>
            </a:extLst>
          </p:cNvPr>
          <p:cNvCxnSpPr/>
          <p:nvPr/>
        </p:nvCxnSpPr>
        <p:spPr>
          <a:xfrm flipV="1">
            <a:off x="617382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47C4AD1-9A9A-69D4-8520-90FDDA04ABEB}"/>
              </a:ext>
            </a:extLst>
          </p:cNvPr>
          <p:cNvSpPr txBox="1"/>
          <p:nvPr/>
        </p:nvSpPr>
        <p:spPr>
          <a:xfrm>
            <a:off x="4124527" y="207220"/>
            <a:ext cx="10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15’ – 2”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E15653-9E7E-F05F-E088-D4ED56A87D60}"/>
              </a:ext>
            </a:extLst>
          </p:cNvPr>
          <p:cNvCxnSpPr/>
          <p:nvPr/>
        </p:nvCxnSpPr>
        <p:spPr>
          <a:xfrm>
            <a:off x="4980562" y="391886"/>
            <a:ext cx="1193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ED39BC-E8C6-E91F-C9DD-87EB68B17C0F}"/>
              </a:ext>
            </a:extLst>
          </p:cNvPr>
          <p:cNvCxnSpPr>
            <a:stCxn id="10" idx="1"/>
          </p:cNvCxnSpPr>
          <p:nvPr/>
        </p:nvCxnSpPr>
        <p:spPr>
          <a:xfrm flipH="1">
            <a:off x="2893925" y="391886"/>
            <a:ext cx="1230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982180-9178-7DCD-D898-C138B580FD7B}"/>
              </a:ext>
            </a:extLst>
          </p:cNvPr>
          <p:cNvSpPr txBox="1"/>
          <p:nvPr/>
        </p:nvSpPr>
        <p:spPr>
          <a:xfrm>
            <a:off x="6846630" y="207220"/>
            <a:ext cx="111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11’-11”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8A0986-CA72-6B41-A1E1-294473A3D721}"/>
              </a:ext>
            </a:extLst>
          </p:cNvPr>
          <p:cNvCxnSpPr/>
          <p:nvPr/>
        </p:nvCxnSpPr>
        <p:spPr>
          <a:xfrm flipH="1">
            <a:off x="6245157" y="391886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BBFB1C-8E47-46AB-4017-0BB6A6047510}"/>
              </a:ext>
            </a:extLst>
          </p:cNvPr>
          <p:cNvCxnSpPr/>
          <p:nvPr/>
        </p:nvCxnSpPr>
        <p:spPr>
          <a:xfrm flipV="1">
            <a:off x="872571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7B8991-ED28-DF23-E520-243AE181DDF9}"/>
              </a:ext>
            </a:extLst>
          </p:cNvPr>
          <p:cNvCxnSpPr/>
          <p:nvPr/>
        </p:nvCxnSpPr>
        <p:spPr>
          <a:xfrm>
            <a:off x="7801583" y="391886"/>
            <a:ext cx="8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644650-2489-5253-F6AA-3A2F443EDFC8}"/>
              </a:ext>
            </a:extLst>
          </p:cNvPr>
          <p:cNvCxnSpPr>
            <a:cxnSpLocks/>
          </p:cNvCxnSpPr>
          <p:nvPr/>
        </p:nvCxnSpPr>
        <p:spPr>
          <a:xfrm flipH="1">
            <a:off x="1867711" y="787940"/>
            <a:ext cx="8560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0DE5C4-9D5B-4811-9077-8B763F3CB363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2235116" y="3652970"/>
            <a:ext cx="367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FD341D9-5AA4-76DD-6322-92939003CB90}"/>
              </a:ext>
            </a:extLst>
          </p:cNvPr>
          <p:cNvCxnSpPr/>
          <p:nvPr/>
        </p:nvCxnSpPr>
        <p:spPr>
          <a:xfrm flipH="1">
            <a:off x="1867711" y="6439711"/>
            <a:ext cx="734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937E883-5B27-D803-8587-385C72842291}"/>
              </a:ext>
            </a:extLst>
          </p:cNvPr>
          <p:cNvCxnSpPr/>
          <p:nvPr/>
        </p:nvCxnSpPr>
        <p:spPr>
          <a:xfrm flipV="1">
            <a:off x="2332393" y="787940"/>
            <a:ext cx="0" cy="71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FC3030A-6F2D-A0F1-7944-6AC805733D2D}"/>
              </a:ext>
            </a:extLst>
          </p:cNvPr>
          <p:cNvCxnSpPr/>
          <p:nvPr/>
        </p:nvCxnSpPr>
        <p:spPr>
          <a:xfrm>
            <a:off x="2332393" y="1760706"/>
            <a:ext cx="0" cy="189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5A10180-6C41-890E-5036-B4B3E5524029}"/>
              </a:ext>
            </a:extLst>
          </p:cNvPr>
          <p:cNvCxnSpPr/>
          <p:nvPr/>
        </p:nvCxnSpPr>
        <p:spPr>
          <a:xfrm flipV="1">
            <a:off x="2062264" y="787940"/>
            <a:ext cx="0" cy="486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28019C-8495-618E-FB7C-3CB674ABBBF9}"/>
              </a:ext>
            </a:extLst>
          </p:cNvPr>
          <p:cNvCxnSpPr/>
          <p:nvPr/>
        </p:nvCxnSpPr>
        <p:spPr>
          <a:xfrm>
            <a:off x="2062264" y="6050604"/>
            <a:ext cx="0" cy="38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7C34121-AAE7-8CA5-5A30-653E250EDC92}"/>
              </a:ext>
            </a:extLst>
          </p:cNvPr>
          <p:cNvSpPr txBox="1"/>
          <p:nvPr/>
        </p:nvSpPr>
        <p:spPr>
          <a:xfrm>
            <a:off x="1867711" y="1498060"/>
            <a:ext cx="10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13’- 3”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BC7468-5105-FDC7-B74A-392D86DF962E}"/>
              </a:ext>
            </a:extLst>
          </p:cNvPr>
          <p:cNvSpPr txBox="1"/>
          <p:nvPr/>
        </p:nvSpPr>
        <p:spPr>
          <a:xfrm>
            <a:off x="1678395" y="569099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26’- 7”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9DAA7B-237F-0924-745C-488A16E0630D}"/>
              </a:ext>
            </a:extLst>
          </p:cNvPr>
          <p:cNvSpPr/>
          <p:nvPr/>
        </p:nvSpPr>
        <p:spPr>
          <a:xfrm>
            <a:off x="5179668" y="2257670"/>
            <a:ext cx="466928" cy="4669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  <a:alpha val="4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FF6F4E-7535-0E17-50C6-67E50C766985}"/>
              </a:ext>
            </a:extLst>
          </p:cNvPr>
          <p:cNvSpPr/>
          <p:nvPr/>
        </p:nvSpPr>
        <p:spPr>
          <a:xfrm>
            <a:off x="5160867" y="4525554"/>
            <a:ext cx="466928" cy="466928"/>
          </a:xfrm>
          <a:prstGeom prst="rect">
            <a:avLst/>
          </a:prstGeom>
          <a:solidFill>
            <a:schemeClr val="accent2">
              <a:lumMod val="60000"/>
              <a:lumOff val="4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F31813-8F09-F1A7-1DCB-15A8058456DD}"/>
              </a:ext>
            </a:extLst>
          </p:cNvPr>
          <p:cNvSpPr/>
          <p:nvPr/>
        </p:nvSpPr>
        <p:spPr>
          <a:xfrm>
            <a:off x="3395271" y="1867392"/>
            <a:ext cx="466928" cy="466928"/>
          </a:xfrm>
          <a:prstGeom prst="rect">
            <a:avLst/>
          </a:prstGeom>
          <a:solidFill>
            <a:schemeClr val="accent6">
              <a:lumMod val="40000"/>
              <a:lumOff val="60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669ED3-CD83-7831-2E4A-73E1AFB88A42}"/>
              </a:ext>
            </a:extLst>
          </p:cNvPr>
          <p:cNvSpPr/>
          <p:nvPr/>
        </p:nvSpPr>
        <p:spPr>
          <a:xfrm>
            <a:off x="2963044" y="5778229"/>
            <a:ext cx="466928" cy="4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C0D62-4EA0-A84B-2C43-0F356C43C098}"/>
              </a:ext>
            </a:extLst>
          </p:cNvPr>
          <p:cNvSpPr txBox="1"/>
          <p:nvPr/>
        </p:nvSpPr>
        <p:spPr>
          <a:xfrm>
            <a:off x="260823" y="207220"/>
            <a:ext cx="17722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Crossing &amp; Game Piece Positions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C4225-528C-FAFD-61CD-F20481E79D92}"/>
              </a:ext>
            </a:extLst>
          </p:cNvPr>
          <p:cNvSpPr txBox="1"/>
          <p:nvPr/>
        </p:nvSpPr>
        <p:spPr>
          <a:xfrm>
            <a:off x="8769379" y="897102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Neutral   Zone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767EC-481F-18EF-CF24-1561154D9AD7}"/>
              </a:ext>
            </a:extLst>
          </p:cNvPr>
          <p:cNvSpPr txBox="1"/>
          <p:nvPr/>
        </p:nvSpPr>
        <p:spPr>
          <a:xfrm>
            <a:off x="2940927" y="817271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Alliance Zone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19B74E-0A17-007A-E878-4C7D54B9022F}"/>
              </a:ext>
            </a:extLst>
          </p:cNvPr>
          <p:cNvSpPr/>
          <p:nvPr/>
        </p:nvSpPr>
        <p:spPr>
          <a:xfrm>
            <a:off x="3395271" y="2261071"/>
            <a:ext cx="466928" cy="466928"/>
          </a:xfrm>
          <a:prstGeom prst="rect">
            <a:avLst/>
          </a:prstGeom>
          <a:solidFill>
            <a:schemeClr val="accent6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7F4142-7501-22CD-9B75-5C0DFB0150BB}"/>
              </a:ext>
            </a:extLst>
          </p:cNvPr>
          <p:cNvSpPr/>
          <p:nvPr/>
        </p:nvSpPr>
        <p:spPr>
          <a:xfrm>
            <a:off x="6654562" y="2257670"/>
            <a:ext cx="465287" cy="466928"/>
          </a:xfrm>
          <a:prstGeom prst="rect">
            <a:avLst/>
          </a:prstGeom>
          <a:solidFill>
            <a:schemeClr val="accent5">
              <a:lumMod val="40000"/>
              <a:lumOff val="60000"/>
              <a:alpha val="51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8FF492-E23E-CFAF-D104-17927AADB1BD}"/>
              </a:ext>
            </a:extLst>
          </p:cNvPr>
          <p:cNvSpPr/>
          <p:nvPr/>
        </p:nvSpPr>
        <p:spPr>
          <a:xfrm>
            <a:off x="6682624" y="4497052"/>
            <a:ext cx="466928" cy="466928"/>
          </a:xfrm>
          <a:prstGeom prst="rect">
            <a:avLst/>
          </a:prstGeom>
          <a:solidFill>
            <a:schemeClr val="accent2">
              <a:lumMod val="60000"/>
              <a:lumOff val="4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F0821-2990-31E5-EEBA-16A76089DEE4}"/>
              </a:ext>
            </a:extLst>
          </p:cNvPr>
          <p:cNvSpPr txBox="1"/>
          <p:nvPr/>
        </p:nvSpPr>
        <p:spPr>
          <a:xfrm>
            <a:off x="163546" y="1217381"/>
            <a:ext cx="189871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Coordinates</a:t>
            </a:r>
          </a:p>
          <a:p>
            <a:pPr algn="ctr"/>
            <a:r>
              <a:rPr lang="en-US" sz="1600" dirty="0"/>
              <a:t> (x, y, theta) – </a:t>
            </a:r>
            <a:endParaRPr lang="en-US" sz="900" dirty="0"/>
          </a:p>
          <a:p>
            <a:pPr algn="ctr"/>
            <a:endParaRPr lang="en-US" sz="1400" dirty="0"/>
          </a:p>
          <a:p>
            <a:pPr indent="285750"/>
            <a:r>
              <a:rPr lang="en-US" sz="1400" dirty="0"/>
              <a:t>A1 – 3.4 , 5.5, 90 </a:t>
            </a:r>
          </a:p>
          <a:p>
            <a:pPr indent="285750"/>
            <a:r>
              <a:rPr lang="en-US" sz="1400" dirty="0"/>
              <a:t>N1 – 5.8, 5.5, 30</a:t>
            </a:r>
          </a:p>
          <a:p>
            <a:pPr indent="285750"/>
            <a:endParaRPr lang="en-US" sz="1400" dirty="0"/>
          </a:p>
          <a:p>
            <a:pPr indent="285750"/>
            <a:r>
              <a:rPr lang="en-US" sz="1400" dirty="0"/>
              <a:t>A2 – 3.4, 2.5, -90</a:t>
            </a:r>
          </a:p>
          <a:p>
            <a:pPr indent="285750"/>
            <a:r>
              <a:rPr lang="en-US" sz="1400" dirty="0"/>
              <a:t>N2 – 5.8, 2.5, -30</a:t>
            </a:r>
          </a:p>
          <a:p>
            <a:pPr indent="285750"/>
            <a:endParaRPr lang="en-US" sz="1400" dirty="0"/>
          </a:p>
          <a:p>
            <a:pPr indent="285750"/>
            <a:r>
              <a:rPr lang="en-US" sz="1400" dirty="0"/>
              <a:t>D1-</a:t>
            </a:r>
          </a:p>
          <a:p>
            <a:pPr indent="285750"/>
            <a:r>
              <a:rPr lang="en-US" sz="1400" dirty="0"/>
              <a:t>D2-</a:t>
            </a:r>
          </a:p>
          <a:p>
            <a:pPr indent="285750"/>
            <a:endParaRPr lang="en-US" sz="1400" dirty="0"/>
          </a:p>
          <a:p>
            <a:pPr indent="285750"/>
            <a:r>
              <a:rPr lang="en-US" sz="1400" dirty="0"/>
              <a:t>O1-</a:t>
            </a:r>
          </a:p>
          <a:p>
            <a:pPr indent="285750"/>
            <a:r>
              <a:rPr lang="en-US" sz="1400" dirty="0"/>
              <a:t> 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155CE-9B80-EEDC-4E19-B7774AA2FF00}"/>
              </a:ext>
            </a:extLst>
          </p:cNvPr>
          <p:cNvSpPr txBox="1"/>
          <p:nvPr/>
        </p:nvSpPr>
        <p:spPr>
          <a:xfrm>
            <a:off x="300534" y="4207296"/>
            <a:ext cx="1477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Bump Crossing Speed: 2.0 m/s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18F9A2-E423-6A21-0B18-6E107DBDF1A9}"/>
              </a:ext>
            </a:extLst>
          </p:cNvPr>
          <p:cNvSpPr txBox="1"/>
          <p:nvPr/>
        </p:nvSpPr>
        <p:spPr>
          <a:xfrm>
            <a:off x="7656509" y="3782944"/>
            <a:ext cx="31448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Linked Waypoint names follow the convention.</a:t>
            </a:r>
          </a:p>
          <a:p>
            <a:br>
              <a:rPr lang="en-US" sz="1400" dirty="0"/>
            </a:br>
            <a:r>
              <a:rPr lang="en-US" sz="1400" dirty="0"/>
              <a:t>                 PT – PATH</a:t>
            </a:r>
          </a:p>
          <a:p>
            <a:br>
              <a:rPr lang="en-US" sz="1400" dirty="0"/>
            </a:br>
            <a:r>
              <a:rPr lang="en-US" sz="1400" dirty="0"/>
              <a:t>So, for the A1-Point in the A1</a:t>
            </a:r>
            <a:r>
              <a:rPr lang="en-US" sz="1400" dirty="0">
                <a:sym typeface="Wingdings" panose="05000000000000000000" pitchFamily="2" charset="2"/>
              </a:rPr>
              <a:t> A2 direction, link name is</a:t>
            </a:r>
          </a:p>
          <a:p>
            <a:r>
              <a:rPr lang="en-US" sz="1400" dirty="0">
                <a:sym typeface="Wingdings" panose="05000000000000000000" pitchFamily="2" charset="2"/>
              </a:rPr>
              <a:t>                 A1-A1-N2</a:t>
            </a:r>
          </a:p>
          <a:p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>
                <a:sym typeface="Wingdings" panose="05000000000000000000" pitchFamily="2" charset="2"/>
              </a:rPr>
              <a:t>This is so we can control the ‘theta’ value depending on the direction.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3046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FBB49-4F40-F573-9222-D595880B4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C61F05F-27BE-79DC-838E-27A55A08C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612" y="418288"/>
            <a:ext cx="9154803" cy="637311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336022-44D2-2140-D9CF-34DA2FD432B2}"/>
              </a:ext>
            </a:extLst>
          </p:cNvPr>
          <p:cNvCxnSpPr/>
          <p:nvPr/>
        </p:nvCxnSpPr>
        <p:spPr>
          <a:xfrm flipV="1">
            <a:off x="2893925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0F9688-C844-6B8E-F7A8-C21F1E08B1C3}"/>
              </a:ext>
            </a:extLst>
          </p:cNvPr>
          <p:cNvCxnSpPr/>
          <p:nvPr/>
        </p:nvCxnSpPr>
        <p:spPr>
          <a:xfrm flipV="1">
            <a:off x="617382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229CE06-E1F0-A7CB-53CE-4C575A465240}"/>
              </a:ext>
            </a:extLst>
          </p:cNvPr>
          <p:cNvSpPr txBox="1"/>
          <p:nvPr/>
        </p:nvSpPr>
        <p:spPr>
          <a:xfrm>
            <a:off x="4124527" y="207220"/>
            <a:ext cx="10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15’ – 2”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95618E-4140-F4B2-9396-637A635AFC32}"/>
              </a:ext>
            </a:extLst>
          </p:cNvPr>
          <p:cNvCxnSpPr/>
          <p:nvPr/>
        </p:nvCxnSpPr>
        <p:spPr>
          <a:xfrm>
            <a:off x="4980562" y="391886"/>
            <a:ext cx="1193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1E1B8B-C60D-2F01-3015-2213CD058AD7}"/>
              </a:ext>
            </a:extLst>
          </p:cNvPr>
          <p:cNvCxnSpPr>
            <a:stCxn id="10" idx="1"/>
          </p:cNvCxnSpPr>
          <p:nvPr/>
        </p:nvCxnSpPr>
        <p:spPr>
          <a:xfrm flipH="1">
            <a:off x="2893925" y="391886"/>
            <a:ext cx="1230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83DB17-34C8-6B72-EB17-7EB6D87DCECA}"/>
              </a:ext>
            </a:extLst>
          </p:cNvPr>
          <p:cNvSpPr txBox="1"/>
          <p:nvPr/>
        </p:nvSpPr>
        <p:spPr>
          <a:xfrm>
            <a:off x="6846630" y="207220"/>
            <a:ext cx="111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11’-11”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2E0747-6E1F-24FA-AD39-B21AD6B8D087}"/>
              </a:ext>
            </a:extLst>
          </p:cNvPr>
          <p:cNvCxnSpPr/>
          <p:nvPr/>
        </p:nvCxnSpPr>
        <p:spPr>
          <a:xfrm flipH="1">
            <a:off x="6245157" y="391886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CC5B96-A432-9A6F-A904-F287832FE60E}"/>
              </a:ext>
            </a:extLst>
          </p:cNvPr>
          <p:cNvCxnSpPr/>
          <p:nvPr/>
        </p:nvCxnSpPr>
        <p:spPr>
          <a:xfrm flipV="1">
            <a:off x="872571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A6309F-477B-687E-24EE-A651E0E16F71}"/>
              </a:ext>
            </a:extLst>
          </p:cNvPr>
          <p:cNvCxnSpPr/>
          <p:nvPr/>
        </p:nvCxnSpPr>
        <p:spPr>
          <a:xfrm>
            <a:off x="7801583" y="391886"/>
            <a:ext cx="8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32DA1D-C0C8-0AFF-6BDE-60CA2FD26EAE}"/>
              </a:ext>
            </a:extLst>
          </p:cNvPr>
          <p:cNvCxnSpPr>
            <a:cxnSpLocks/>
          </p:cNvCxnSpPr>
          <p:nvPr/>
        </p:nvCxnSpPr>
        <p:spPr>
          <a:xfrm flipH="1">
            <a:off x="1867711" y="787940"/>
            <a:ext cx="8560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7AE60C-F927-949E-8724-DEF7CE5D483D}"/>
              </a:ext>
            </a:extLst>
          </p:cNvPr>
          <p:cNvCxnSpPr>
            <a:cxnSpLocks/>
          </p:cNvCxnSpPr>
          <p:nvPr/>
        </p:nvCxnSpPr>
        <p:spPr>
          <a:xfrm>
            <a:off x="2235116" y="3652970"/>
            <a:ext cx="367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C44D5A0-089C-71AA-D300-5A804D9BC625}"/>
              </a:ext>
            </a:extLst>
          </p:cNvPr>
          <p:cNvCxnSpPr/>
          <p:nvPr/>
        </p:nvCxnSpPr>
        <p:spPr>
          <a:xfrm flipH="1">
            <a:off x="1867711" y="6439711"/>
            <a:ext cx="734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EBAF16-851C-308F-715C-76B9C050D8E3}"/>
              </a:ext>
            </a:extLst>
          </p:cNvPr>
          <p:cNvCxnSpPr/>
          <p:nvPr/>
        </p:nvCxnSpPr>
        <p:spPr>
          <a:xfrm flipV="1">
            <a:off x="2332393" y="787940"/>
            <a:ext cx="0" cy="71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625F0F-07EF-2D16-57A7-21A6B977C7BC}"/>
              </a:ext>
            </a:extLst>
          </p:cNvPr>
          <p:cNvCxnSpPr/>
          <p:nvPr/>
        </p:nvCxnSpPr>
        <p:spPr>
          <a:xfrm>
            <a:off x="2332393" y="1760706"/>
            <a:ext cx="0" cy="189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DD3451-25F8-4D14-D690-B88FE4BE175C}"/>
              </a:ext>
            </a:extLst>
          </p:cNvPr>
          <p:cNvCxnSpPr/>
          <p:nvPr/>
        </p:nvCxnSpPr>
        <p:spPr>
          <a:xfrm flipV="1">
            <a:off x="2062264" y="787940"/>
            <a:ext cx="0" cy="486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04969D4-5E81-28EA-8D27-8D0B6DE41D05}"/>
              </a:ext>
            </a:extLst>
          </p:cNvPr>
          <p:cNvCxnSpPr/>
          <p:nvPr/>
        </p:nvCxnSpPr>
        <p:spPr>
          <a:xfrm>
            <a:off x="2062264" y="6050604"/>
            <a:ext cx="0" cy="38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6E3D898-4D53-8389-463D-9D7FEA3FE0E9}"/>
              </a:ext>
            </a:extLst>
          </p:cNvPr>
          <p:cNvSpPr txBox="1"/>
          <p:nvPr/>
        </p:nvSpPr>
        <p:spPr>
          <a:xfrm>
            <a:off x="1867711" y="1498060"/>
            <a:ext cx="10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13’- 3”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D444A8-FA4E-DCE3-7BC7-E8C583731CED}"/>
              </a:ext>
            </a:extLst>
          </p:cNvPr>
          <p:cNvSpPr txBox="1"/>
          <p:nvPr/>
        </p:nvSpPr>
        <p:spPr>
          <a:xfrm>
            <a:off x="1678395" y="569099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26’- 7”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E6BDB-9746-1CC2-A51C-A67E5606CBE2}"/>
              </a:ext>
            </a:extLst>
          </p:cNvPr>
          <p:cNvSpPr txBox="1"/>
          <p:nvPr/>
        </p:nvSpPr>
        <p:spPr>
          <a:xfrm>
            <a:off x="8769379" y="897102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Neutral   Zone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8AA86-3561-A18A-EB59-CACF27EF8FF6}"/>
              </a:ext>
            </a:extLst>
          </p:cNvPr>
          <p:cNvSpPr txBox="1"/>
          <p:nvPr/>
        </p:nvSpPr>
        <p:spPr>
          <a:xfrm>
            <a:off x="2974663" y="867099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Alliance Zone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A674B5-440B-5422-AD55-0C17C466F63B}"/>
              </a:ext>
            </a:extLst>
          </p:cNvPr>
          <p:cNvSpPr/>
          <p:nvPr/>
        </p:nvSpPr>
        <p:spPr>
          <a:xfrm>
            <a:off x="5179668" y="2257670"/>
            <a:ext cx="466928" cy="4669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  <a:alpha val="4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923F29-9850-C8FC-A6CA-CD985A5D56BE}"/>
              </a:ext>
            </a:extLst>
          </p:cNvPr>
          <p:cNvSpPr/>
          <p:nvPr/>
        </p:nvSpPr>
        <p:spPr>
          <a:xfrm>
            <a:off x="6654562" y="2257670"/>
            <a:ext cx="465287" cy="466928"/>
          </a:xfrm>
          <a:prstGeom prst="rect">
            <a:avLst/>
          </a:prstGeom>
          <a:solidFill>
            <a:schemeClr val="accent5">
              <a:lumMod val="40000"/>
              <a:lumOff val="60000"/>
              <a:alpha val="51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F17218-3FC5-6A6D-6BD2-7642BBCAAA3C}"/>
              </a:ext>
            </a:extLst>
          </p:cNvPr>
          <p:cNvSpPr txBox="1"/>
          <p:nvPr/>
        </p:nvSpPr>
        <p:spPr>
          <a:xfrm>
            <a:off x="238673" y="173504"/>
            <a:ext cx="1739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Bump Routes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049139-E93E-04E4-04CF-786F90D57F1F}"/>
              </a:ext>
            </a:extLst>
          </p:cNvPr>
          <p:cNvSpPr/>
          <p:nvPr/>
        </p:nvSpPr>
        <p:spPr>
          <a:xfrm>
            <a:off x="5160867" y="4525554"/>
            <a:ext cx="466928" cy="466928"/>
          </a:xfrm>
          <a:prstGeom prst="rect">
            <a:avLst/>
          </a:prstGeom>
          <a:solidFill>
            <a:schemeClr val="accent2">
              <a:lumMod val="60000"/>
              <a:lumOff val="4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AB1735-48AE-CFD4-BCDB-9EBF642B1619}"/>
              </a:ext>
            </a:extLst>
          </p:cNvPr>
          <p:cNvSpPr/>
          <p:nvPr/>
        </p:nvSpPr>
        <p:spPr>
          <a:xfrm>
            <a:off x="6682624" y="4497052"/>
            <a:ext cx="466928" cy="466928"/>
          </a:xfrm>
          <a:prstGeom prst="rect">
            <a:avLst/>
          </a:prstGeom>
          <a:solidFill>
            <a:schemeClr val="accent2">
              <a:lumMod val="60000"/>
              <a:lumOff val="4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ACA9C-12F5-53AE-8A3B-447D1AF1AE0C}"/>
              </a:ext>
            </a:extLst>
          </p:cNvPr>
          <p:cNvSpPr txBox="1"/>
          <p:nvPr/>
        </p:nvSpPr>
        <p:spPr>
          <a:xfrm>
            <a:off x="164064" y="1067154"/>
            <a:ext cx="1739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are routes where you enter and leave via the same bump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80336E-C9E8-F4B5-13E8-4F1CB15A935C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>
            <a:off x="5646596" y="2491134"/>
            <a:ext cx="1007966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5E91530-F949-1B93-D9C0-D9DA975323FC}"/>
              </a:ext>
            </a:extLst>
          </p:cNvPr>
          <p:cNvCxnSpPr/>
          <p:nvPr/>
        </p:nvCxnSpPr>
        <p:spPr>
          <a:xfrm>
            <a:off x="5674658" y="4709727"/>
            <a:ext cx="1007966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AA9251-8B10-3CE1-6EA5-734368DB6004}"/>
              </a:ext>
            </a:extLst>
          </p:cNvPr>
          <p:cNvGrpSpPr/>
          <p:nvPr/>
        </p:nvGrpSpPr>
        <p:grpSpPr>
          <a:xfrm>
            <a:off x="7121825" y="1133197"/>
            <a:ext cx="1424880" cy="2295720"/>
            <a:chOff x="7121825" y="1133197"/>
            <a:chExt cx="1424880" cy="229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31BE54A-8885-E6E3-C72D-965C0A30B264}"/>
                    </a:ext>
                  </a:extLst>
                </p14:cNvPr>
                <p14:cNvContentPartPr/>
                <p14:nvPr/>
              </p14:nvContentPartPr>
              <p14:xfrm>
                <a:off x="7121825" y="1133197"/>
                <a:ext cx="1424880" cy="2295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31BE54A-8885-E6E3-C72D-965C0A30B26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12825" y="1124557"/>
                  <a:ext cx="1442520" cy="23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EAE9586-2304-8656-D9E7-E49E3F95DF8A}"/>
                    </a:ext>
                  </a:extLst>
                </p14:cNvPr>
                <p14:cNvContentPartPr/>
                <p14:nvPr/>
              </p14:nvContentPartPr>
              <p14:xfrm>
                <a:off x="7182665" y="2690557"/>
                <a:ext cx="19080" cy="244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EAE9586-2304-8656-D9E7-E49E3F95DF8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73665" y="2681557"/>
                  <a:ext cx="36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14338DC-3534-0629-470F-CF03E5ECE97F}"/>
                    </a:ext>
                  </a:extLst>
                </p14:cNvPr>
                <p14:cNvContentPartPr/>
                <p14:nvPr/>
              </p14:nvContentPartPr>
              <p14:xfrm>
                <a:off x="7226945" y="2690557"/>
                <a:ext cx="201960" cy="43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14338DC-3534-0629-470F-CF03E5ECE97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18305" y="2681557"/>
                  <a:ext cx="2196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16D62C4-EB21-FF12-6118-F938ADE54BF7}"/>
              </a:ext>
            </a:extLst>
          </p:cNvPr>
          <p:cNvGrpSpPr/>
          <p:nvPr/>
        </p:nvGrpSpPr>
        <p:grpSpPr>
          <a:xfrm>
            <a:off x="7183385" y="3887917"/>
            <a:ext cx="1355040" cy="2065680"/>
            <a:chOff x="7183385" y="3887917"/>
            <a:chExt cx="1355040" cy="20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BEB3665-E8A7-3D64-1E89-AC85055E2FBB}"/>
                    </a:ext>
                  </a:extLst>
                </p14:cNvPr>
                <p14:cNvContentPartPr/>
                <p14:nvPr/>
              </p14:nvContentPartPr>
              <p14:xfrm>
                <a:off x="7183385" y="3887917"/>
                <a:ext cx="1355040" cy="2065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BEB3665-E8A7-3D64-1E89-AC85055E2FB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74385" y="3879277"/>
                  <a:ext cx="1372680" cy="20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DE1D71F-3AAB-9245-99A5-65C8A99DD78A}"/>
                    </a:ext>
                  </a:extLst>
                </p14:cNvPr>
                <p14:cNvContentPartPr/>
                <p14:nvPr/>
              </p14:nvContentPartPr>
              <p14:xfrm>
                <a:off x="7216865" y="4422517"/>
                <a:ext cx="92520" cy="181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DE1D71F-3AAB-9245-99A5-65C8A99DD7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07865" y="4413517"/>
                  <a:ext cx="110160" cy="198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27" name="TextBox 1026">
            <a:extLst>
              <a:ext uri="{FF2B5EF4-FFF2-40B4-BE49-F238E27FC236}">
                <a16:creationId xmlns:a16="http://schemas.microsoft.com/office/drawing/2014/main" id="{EEC14A98-D76A-4460-3EE0-22FABCC700B5}"/>
              </a:ext>
            </a:extLst>
          </p:cNvPr>
          <p:cNvSpPr txBox="1"/>
          <p:nvPr/>
        </p:nvSpPr>
        <p:spPr>
          <a:xfrm>
            <a:off x="164064" y="1865558"/>
            <a:ext cx="1739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Goal is to enter from the perimeter side, collect fuel, and return across same bump.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5B9502E8-52F5-BEBB-D6DE-C7F3AB431D2F}"/>
              </a:ext>
            </a:extLst>
          </p:cNvPr>
          <p:cNvSpPr txBox="1"/>
          <p:nvPr/>
        </p:nvSpPr>
        <p:spPr>
          <a:xfrm>
            <a:off x="191374" y="2828752"/>
            <a:ext cx="1739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robot stays in the alliance’s ‘side’ of the neutral zone but is slightly skewed to push balls toward the alliance side.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355898D-8078-EEF2-374F-BA76745ED11B}"/>
              </a:ext>
            </a:extLst>
          </p:cNvPr>
          <p:cNvSpPr txBox="1"/>
          <p:nvPr/>
        </p:nvSpPr>
        <p:spPr>
          <a:xfrm>
            <a:off x="184983" y="4259875"/>
            <a:ext cx="17399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Path is name for the neutral side entry.  Either :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    N1-Sweep</a:t>
            </a:r>
          </a:p>
          <a:p>
            <a:r>
              <a:rPr lang="en-US" sz="1200" dirty="0"/>
              <a:t>or</a:t>
            </a:r>
          </a:p>
          <a:p>
            <a:r>
              <a:rPr lang="en-US" sz="1200" dirty="0"/>
              <a:t>    N2-Sweep</a:t>
            </a:r>
          </a:p>
        </p:txBody>
      </p:sp>
    </p:spTree>
    <p:extLst>
      <p:ext uri="{BB962C8B-B14F-4D97-AF65-F5344CB8AC3E}">
        <p14:creationId xmlns:p14="http://schemas.microsoft.com/office/powerpoint/2010/main" val="2712064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3987-3211-BA42-B632-AD9AD8342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0D27C90-1D2B-EDC4-69A0-C6548D2D9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612" y="418288"/>
            <a:ext cx="9154803" cy="637311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7E8104-6828-CE3E-AED4-5C1881F33191}"/>
              </a:ext>
            </a:extLst>
          </p:cNvPr>
          <p:cNvCxnSpPr/>
          <p:nvPr/>
        </p:nvCxnSpPr>
        <p:spPr>
          <a:xfrm flipV="1">
            <a:off x="2893925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3E45EF-3CB3-ED60-2F83-8FCEAEE25B76}"/>
              </a:ext>
            </a:extLst>
          </p:cNvPr>
          <p:cNvCxnSpPr/>
          <p:nvPr/>
        </p:nvCxnSpPr>
        <p:spPr>
          <a:xfrm flipV="1">
            <a:off x="617382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CB6B67-7895-576B-513F-03962FBF9C7E}"/>
              </a:ext>
            </a:extLst>
          </p:cNvPr>
          <p:cNvSpPr txBox="1"/>
          <p:nvPr/>
        </p:nvSpPr>
        <p:spPr>
          <a:xfrm>
            <a:off x="4124527" y="207220"/>
            <a:ext cx="10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15’ – 2”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A3FFF0-412A-9AF5-4157-06C0F402194D}"/>
              </a:ext>
            </a:extLst>
          </p:cNvPr>
          <p:cNvCxnSpPr/>
          <p:nvPr/>
        </p:nvCxnSpPr>
        <p:spPr>
          <a:xfrm>
            <a:off x="4980562" y="391886"/>
            <a:ext cx="1193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205DB1-344B-12B6-1E1C-7A9D66EF1B4B}"/>
              </a:ext>
            </a:extLst>
          </p:cNvPr>
          <p:cNvCxnSpPr>
            <a:stCxn id="10" idx="1"/>
          </p:cNvCxnSpPr>
          <p:nvPr/>
        </p:nvCxnSpPr>
        <p:spPr>
          <a:xfrm flipH="1">
            <a:off x="2893925" y="391886"/>
            <a:ext cx="1230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DF8BE85-88C9-FE41-BEDC-864D225D392E}"/>
              </a:ext>
            </a:extLst>
          </p:cNvPr>
          <p:cNvSpPr txBox="1"/>
          <p:nvPr/>
        </p:nvSpPr>
        <p:spPr>
          <a:xfrm>
            <a:off x="6846630" y="207220"/>
            <a:ext cx="111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11’-11”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F8C39F-539C-D55E-4A9E-00F8FBEB8245}"/>
              </a:ext>
            </a:extLst>
          </p:cNvPr>
          <p:cNvCxnSpPr/>
          <p:nvPr/>
        </p:nvCxnSpPr>
        <p:spPr>
          <a:xfrm flipH="1">
            <a:off x="6245157" y="391886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61DBAC-DAFB-5551-94D6-D4B33826764D}"/>
              </a:ext>
            </a:extLst>
          </p:cNvPr>
          <p:cNvCxnSpPr/>
          <p:nvPr/>
        </p:nvCxnSpPr>
        <p:spPr>
          <a:xfrm flipV="1">
            <a:off x="872571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D10CD1-7DCF-4922-D911-D7BA54B86C4F}"/>
              </a:ext>
            </a:extLst>
          </p:cNvPr>
          <p:cNvCxnSpPr/>
          <p:nvPr/>
        </p:nvCxnSpPr>
        <p:spPr>
          <a:xfrm>
            <a:off x="7801583" y="391886"/>
            <a:ext cx="8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30890B-97F6-54C8-BFCD-D8C46E5B5AB7}"/>
              </a:ext>
            </a:extLst>
          </p:cNvPr>
          <p:cNvCxnSpPr>
            <a:cxnSpLocks/>
          </p:cNvCxnSpPr>
          <p:nvPr/>
        </p:nvCxnSpPr>
        <p:spPr>
          <a:xfrm flipH="1">
            <a:off x="1867711" y="787940"/>
            <a:ext cx="8560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4DDF3B-E630-53F5-29FC-D7D649AE03E8}"/>
              </a:ext>
            </a:extLst>
          </p:cNvPr>
          <p:cNvCxnSpPr>
            <a:cxnSpLocks/>
          </p:cNvCxnSpPr>
          <p:nvPr/>
        </p:nvCxnSpPr>
        <p:spPr>
          <a:xfrm>
            <a:off x="2235116" y="3652970"/>
            <a:ext cx="367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893AC5-F655-1A83-13A3-221CA08066E8}"/>
              </a:ext>
            </a:extLst>
          </p:cNvPr>
          <p:cNvCxnSpPr/>
          <p:nvPr/>
        </p:nvCxnSpPr>
        <p:spPr>
          <a:xfrm flipH="1">
            <a:off x="1867711" y="6439711"/>
            <a:ext cx="734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D9E744-92A9-5992-525C-C9AFA5D07BEB}"/>
              </a:ext>
            </a:extLst>
          </p:cNvPr>
          <p:cNvCxnSpPr/>
          <p:nvPr/>
        </p:nvCxnSpPr>
        <p:spPr>
          <a:xfrm flipV="1">
            <a:off x="2332393" y="787940"/>
            <a:ext cx="0" cy="71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39B854-9BBC-6B8B-810C-51B48118F2D8}"/>
              </a:ext>
            </a:extLst>
          </p:cNvPr>
          <p:cNvCxnSpPr/>
          <p:nvPr/>
        </p:nvCxnSpPr>
        <p:spPr>
          <a:xfrm>
            <a:off x="2332393" y="1760706"/>
            <a:ext cx="0" cy="189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12F93EF-91E5-9A5B-864B-5D17B3AB6CED}"/>
              </a:ext>
            </a:extLst>
          </p:cNvPr>
          <p:cNvCxnSpPr/>
          <p:nvPr/>
        </p:nvCxnSpPr>
        <p:spPr>
          <a:xfrm flipV="1">
            <a:off x="2062264" y="787940"/>
            <a:ext cx="0" cy="486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354A23-EB7D-5D8F-F4E8-14D1D4468F12}"/>
              </a:ext>
            </a:extLst>
          </p:cNvPr>
          <p:cNvCxnSpPr/>
          <p:nvPr/>
        </p:nvCxnSpPr>
        <p:spPr>
          <a:xfrm>
            <a:off x="2062264" y="6050604"/>
            <a:ext cx="0" cy="38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9187103-CB19-D006-F91A-0AFAD302733C}"/>
              </a:ext>
            </a:extLst>
          </p:cNvPr>
          <p:cNvSpPr txBox="1"/>
          <p:nvPr/>
        </p:nvSpPr>
        <p:spPr>
          <a:xfrm>
            <a:off x="1867711" y="1498060"/>
            <a:ext cx="10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13’- 3”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D359CD-4848-A82E-4A48-C4AF4E2BEBD4}"/>
              </a:ext>
            </a:extLst>
          </p:cNvPr>
          <p:cNvSpPr txBox="1"/>
          <p:nvPr/>
        </p:nvSpPr>
        <p:spPr>
          <a:xfrm>
            <a:off x="1678395" y="569099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26’- 7”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493F8-067F-F788-F407-9B487477AA4D}"/>
              </a:ext>
            </a:extLst>
          </p:cNvPr>
          <p:cNvSpPr txBox="1"/>
          <p:nvPr/>
        </p:nvSpPr>
        <p:spPr>
          <a:xfrm>
            <a:off x="8769379" y="897102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Neutral   Zone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273D5-6043-BD8E-964E-B76B0E119340}"/>
              </a:ext>
            </a:extLst>
          </p:cNvPr>
          <p:cNvSpPr txBox="1"/>
          <p:nvPr/>
        </p:nvSpPr>
        <p:spPr>
          <a:xfrm>
            <a:off x="2974663" y="867099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Alliance Zone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04766B-8F3B-D548-D8C1-C540BB757C5A}"/>
              </a:ext>
            </a:extLst>
          </p:cNvPr>
          <p:cNvSpPr/>
          <p:nvPr/>
        </p:nvSpPr>
        <p:spPr>
          <a:xfrm>
            <a:off x="5179668" y="2257670"/>
            <a:ext cx="466928" cy="4669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  <a:alpha val="4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D63059-CC08-2BEA-8505-F94FBEE03BD5}"/>
              </a:ext>
            </a:extLst>
          </p:cNvPr>
          <p:cNvSpPr/>
          <p:nvPr/>
        </p:nvSpPr>
        <p:spPr>
          <a:xfrm>
            <a:off x="6654562" y="2257670"/>
            <a:ext cx="465287" cy="466928"/>
          </a:xfrm>
          <a:prstGeom prst="rect">
            <a:avLst/>
          </a:prstGeom>
          <a:solidFill>
            <a:schemeClr val="accent5">
              <a:lumMod val="40000"/>
              <a:lumOff val="60000"/>
              <a:alpha val="51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5C9E55-E5B5-EA76-D30F-814157F7CF0E}"/>
              </a:ext>
            </a:extLst>
          </p:cNvPr>
          <p:cNvSpPr txBox="1"/>
          <p:nvPr/>
        </p:nvSpPr>
        <p:spPr>
          <a:xfrm>
            <a:off x="238673" y="173504"/>
            <a:ext cx="1739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Bump Routes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17A3B9-C059-D944-3073-DAC62A593C86}"/>
              </a:ext>
            </a:extLst>
          </p:cNvPr>
          <p:cNvSpPr/>
          <p:nvPr/>
        </p:nvSpPr>
        <p:spPr>
          <a:xfrm>
            <a:off x="5160867" y="4525554"/>
            <a:ext cx="466928" cy="466928"/>
          </a:xfrm>
          <a:prstGeom prst="rect">
            <a:avLst/>
          </a:prstGeom>
          <a:solidFill>
            <a:schemeClr val="accent2">
              <a:lumMod val="60000"/>
              <a:lumOff val="4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B33256-466F-E728-EE30-92CF31725CF4}"/>
              </a:ext>
            </a:extLst>
          </p:cNvPr>
          <p:cNvSpPr/>
          <p:nvPr/>
        </p:nvSpPr>
        <p:spPr>
          <a:xfrm>
            <a:off x="6682624" y="4497052"/>
            <a:ext cx="466928" cy="466928"/>
          </a:xfrm>
          <a:prstGeom prst="rect">
            <a:avLst/>
          </a:prstGeom>
          <a:solidFill>
            <a:schemeClr val="accent2">
              <a:lumMod val="60000"/>
              <a:lumOff val="40000"/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569A1E-466F-1E17-194B-CCFD2FB251EF}"/>
              </a:ext>
            </a:extLst>
          </p:cNvPr>
          <p:cNvSpPr txBox="1"/>
          <p:nvPr/>
        </p:nvSpPr>
        <p:spPr>
          <a:xfrm>
            <a:off x="164064" y="1067154"/>
            <a:ext cx="1739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are routes where you enter on one bump, but exit on the other</a:t>
            </a:r>
          </a:p>
        </p:txBody>
      </p:sp>
    </p:spTree>
    <p:extLst>
      <p:ext uri="{BB962C8B-B14F-4D97-AF65-F5344CB8AC3E}">
        <p14:creationId xmlns:p14="http://schemas.microsoft.com/office/powerpoint/2010/main" val="165102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60D2-DCDB-640C-6196-04CB1A99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545A79-35B1-BA9C-1036-5CB3DCDB5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0" r="11291"/>
          <a:stretch>
            <a:fillRect/>
          </a:stretch>
        </p:blipFill>
        <p:spPr>
          <a:xfrm rot="10800000">
            <a:off x="2602522" y="447940"/>
            <a:ext cx="8400421" cy="64100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BE419A-FF46-BFB2-208C-0B58C2D980EA}"/>
              </a:ext>
            </a:extLst>
          </p:cNvPr>
          <p:cNvCxnSpPr/>
          <p:nvPr/>
        </p:nvCxnSpPr>
        <p:spPr>
          <a:xfrm flipV="1">
            <a:off x="2893925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C03606-679D-FD5F-E031-59FF92F5A00D}"/>
              </a:ext>
            </a:extLst>
          </p:cNvPr>
          <p:cNvCxnSpPr/>
          <p:nvPr/>
        </p:nvCxnSpPr>
        <p:spPr>
          <a:xfrm flipV="1">
            <a:off x="617382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F3CF17-4BCE-8073-786B-57000E43F379}"/>
              </a:ext>
            </a:extLst>
          </p:cNvPr>
          <p:cNvSpPr txBox="1"/>
          <p:nvPr/>
        </p:nvSpPr>
        <p:spPr>
          <a:xfrm>
            <a:off x="4124527" y="207220"/>
            <a:ext cx="10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15’ – 2”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EFB58C-DB35-CBB5-AC09-49E421F9ED0F}"/>
              </a:ext>
            </a:extLst>
          </p:cNvPr>
          <p:cNvCxnSpPr/>
          <p:nvPr/>
        </p:nvCxnSpPr>
        <p:spPr>
          <a:xfrm>
            <a:off x="4980562" y="391886"/>
            <a:ext cx="1193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31D71A-CD8B-940B-A79D-97375FB2167B}"/>
              </a:ext>
            </a:extLst>
          </p:cNvPr>
          <p:cNvCxnSpPr>
            <a:stCxn id="10" idx="1"/>
          </p:cNvCxnSpPr>
          <p:nvPr/>
        </p:nvCxnSpPr>
        <p:spPr>
          <a:xfrm flipH="1">
            <a:off x="2893925" y="391886"/>
            <a:ext cx="1230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B5BE62-F3C6-FF96-ACA0-FF2DAF5C7472}"/>
              </a:ext>
            </a:extLst>
          </p:cNvPr>
          <p:cNvSpPr txBox="1"/>
          <p:nvPr/>
        </p:nvSpPr>
        <p:spPr>
          <a:xfrm>
            <a:off x="6846630" y="207220"/>
            <a:ext cx="111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11’-11”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359F47-8374-648A-D20F-FB190F150F23}"/>
              </a:ext>
            </a:extLst>
          </p:cNvPr>
          <p:cNvCxnSpPr/>
          <p:nvPr/>
        </p:nvCxnSpPr>
        <p:spPr>
          <a:xfrm flipH="1">
            <a:off x="6245157" y="391886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FCD8DB-CFC1-348C-20E0-CD96A10C1B7B}"/>
              </a:ext>
            </a:extLst>
          </p:cNvPr>
          <p:cNvCxnSpPr/>
          <p:nvPr/>
        </p:nvCxnSpPr>
        <p:spPr>
          <a:xfrm flipV="1">
            <a:off x="872571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256956-8C46-2A5E-C6A9-9D0AA1E4D009}"/>
              </a:ext>
            </a:extLst>
          </p:cNvPr>
          <p:cNvCxnSpPr/>
          <p:nvPr/>
        </p:nvCxnSpPr>
        <p:spPr>
          <a:xfrm>
            <a:off x="7801583" y="391886"/>
            <a:ext cx="8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E7E91F-B86C-48D8-AEA6-49D8CAA9E93E}"/>
              </a:ext>
            </a:extLst>
          </p:cNvPr>
          <p:cNvCxnSpPr>
            <a:cxnSpLocks/>
          </p:cNvCxnSpPr>
          <p:nvPr/>
        </p:nvCxnSpPr>
        <p:spPr>
          <a:xfrm flipH="1">
            <a:off x="1867711" y="787940"/>
            <a:ext cx="8560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5D80A7-6ED1-7407-93B9-4D9361E31089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2235116" y="3652970"/>
            <a:ext cx="367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A602AD-3CF3-D040-3655-9B2E4235621B}"/>
              </a:ext>
            </a:extLst>
          </p:cNvPr>
          <p:cNvCxnSpPr/>
          <p:nvPr/>
        </p:nvCxnSpPr>
        <p:spPr>
          <a:xfrm flipH="1">
            <a:off x="1867711" y="6439711"/>
            <a:ext cx="734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E021CA-09C9-4A67-EACB-79D426A833F0}"/>
              </a:ext>
            </a:extLst>
          </p:cNvPr>
          <p:cNvCxnSpPr/>
          <p:nvPr/>
        </p:nvCxnSpPr>
        <p:spPr>
          <a:xfrm flipV="1">
            <a:off x="2332393" y="787940"/>
            <a:ext cx="0" cy="71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611D11-F188-3378-5EF1-BA200BC97F0E}"/>
              </a:ext>
            </a:extLst>
          </p:cNvPr>
          <p:cNvCxnSpPr/>
          <p:nvPr/>
        </p:nvCxnSpPr>
        <p:spPr>
          <a:xfrm>
            <a:off x="2332393" y="1760706"/>
            <a:ext cx="0" cy="189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545F50-4F17-451B-8AFC-03972143AC45}"/>
              </a:ext>
            </a:extLst>
          </p:cNvPr>
          <p:cNvCxnSpPr/>
          <p:nvPr/>
        </p:nvCxnSpPr>
        <p:spPr>
          <a:xfrm flipV="1">
            <a:off x="2062264" y="787940"/>
            <a:ext cx="0" cy="486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270073-99C2-20BE-9E3D-B3B5548A9F64}"/>
              </a:ext>
            </a:extLst>
          </p:cNvPr>
          <p:cNvCxnSpPr/>
          <p:nvPr/>
        </p:nvCxnSpPr>
        <p:spPr>
          <a:xfrm>
            <a:off x="2062264" y="6050604"/>
            <a:ext cx="0" cy="38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395048E-5A8C-69EF-A1D8-A893DB65C1AA}"/>
              </a:ext>
            </a:extLst>
          </p:cNvPr>
          <p:cNvSpPr txBox="1"/>
          <p:nvPr/>
        </p:nvSpPr>
        <p:spPr>
          <a:xfrm>
            <a:off x="1867711" y="1498060"/>
            <a:ext cx="10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13’- 3”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ACE6F0-6AAA-E345-4754-9325E55E6CD5}"/>
              </a:ext>
            </a:extLst>
          </p:cNvPr>
          <p:cNvSpPr txBox="1"/>
          <p:nvPr/>
        </p:nvSpPr>
        <p:spPr>
          <a:xfrm>
            <a:off x="1678395" y="569099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26’- 7”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4C32B-73DD-FA6E-F84E-8D74CB637C5C}"/>
              </a:ext>
            </a:extLst>
          </p:cNvPr>
          <p:cNvSpPr txBox="1"/>
          <p:nvPr/>
        </p:nvSpPr>
        <p:spPr>
          <a:xfrm>
            <a:off x="8769379" y="897102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Neutral   Zone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66739-1FD9-9F85-051B-2D3B24626301}"/>
              </a:ext>
            </a:extLst>
          </p:cNvPr>
          <p:cNvSpPr txBox="1"/>
          <p:nvPr/>
        </p:nvSpPr>
        <p:spPr>
          <a:xfrm>
            <a:off x="2940927" y="817271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Alliance Zone</a:t>
            </a:r>
          </a:p>
        </p:txBody>
      </p:sp>
    </p:spTree>
    <p:extLst>
      <p:ext uri="{BB962C8B-B14F-4D97-AF65-F5344CB8AC3E}">
        <p14:creationId xmlns:p14="http://schemas.microsoft.com/office/powerpoint/2010/main" val="399643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0AF7-BF96-4931-2804-5E215C45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A63BA2-2079-D6AD-51AA-9166343CC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0" r="11291"/>
          <a:stretch>
            <a:fillRect/>
          </a:stretch>
        </p:blipFill>
        <p:spPr>
          <a:xfrm rot="10800000">
            <a:off x="2602522" y="447940"/>
            <a:ext cx="8400421" cy="64100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35AC36-E5BF-3B42-FF11-5AEBC592ADE4}"/>
              </a:ext>
            </a:extLst>
          </p:cNvPr>
          <p:cNvCxnSpPr/>
          <p:nvPr/>
        </p:nvCxnSpPr>
        <p:spPr>
          <a:xfrm flipV="1">
            <a:off x="2893925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7E047A-68E8-B915-1B1A-9D23299291BD}"/>
              </a:ext>
            </a:extLst>
          </p:cNvPr>
          <p:cNvCxnSpPr/>
          <p:nvPr/>
        </p:nvCxnSpPr>
        <p:spPr>
          <a:xfrm flipV="1">
            <a:off x="617382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0F1E7-D84C-E271-506E-550D66A6A1CF}"/>
              </a:ext>
            </a:extLst>
          </p:cNvPr>
          <p:cNvSpPr txBox="1"/>
          <p:nvPr/>
        </p:nvSpPr>
        <p:spPr>
          <a:xfrm>
            <a:off x="4124527" y="207220"/>
            <a:ext cx="10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15’ – 2”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6056FB-444F-3687-9C1B-18EC44173FC4}"/>
              </a:ext>
            </a:extLst>
          </p:cNvPr>
          <p:cNvCxnSpPr/>
          <p:nvPr/>
        </p:nvCxnSpPr>
        <p:spPr>
          <a:xfrm>
            <a:off x="4980562" y="391886"/>
            <a:ext cx="1193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59A965-C9BB-53CB-CDDB-34D67C0FA222}"/>
              </a:ext>
            </a:extLst>
          </p:cNvPr>
          <p:cNvCxnSpPr>
            <a:stCxn id="10" idx="1"/>
          </p:cNvCxnSpPr>
          <p:nvPr/>
        </p:nvCxnSpPr>
        <p:spPr>
          <a:xfrm flipH="1">
            <a:off x="2893925" y="391886"/>
            <a:ext cx="1230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338EDE-4737-3C03-0E2E-790EC4F9AF37}"/>
              </a:ext>
            </a:extLst>
          </p:cNvPr>
          <p:cNvSpPr txBox="1"/>
          <p:nvPr/>
        </p:nvSpPr>
        <p:spPr>
          <a:xfrm>
            <a:off x="6846630" y="207220"/>
            <a:ext cx="111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11’-11”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C9760C-FB25-921F-8E65-E918E55EC9AB}"/>
              </a:ext>
            </a:extLst>
          </p:cNvPr>
          <p:cNvCxnSpPr/>
          <p:nvPr/>
        </p:nvCxnSpPr>
        <p:spPr>
          <a:xfrm flipH="1">
            <a:off x="6245157" y="391886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5DB64F-4390-D26D-27D6-8F507F66D5D8}"/>
              </a:ext>
            </a:extLst>
          </p:cNvPr>
          <p:cNvCxnSpPr/>
          <p:nvPr/>
        </p:nvCxnSpPr>
        <p:spPr>
          <a:xfrm flipV="1">
            <a:off x="872571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C0C9FC-C5B1-5135-2EE1-E2FD2EB77E62}"/>
              </a:ext>
            </a:extLst>
          </p:cNvPr>
          <p:cNvCxnSpPr/>
          <p:nvPr/>
        </p:nvCxnSpPr>
        <p:spPr>
          <a:xfrm>
            <a:off x="7801583" y="391886"/>
            <a:ext cx="8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4863AB-BD62-937C-C70D-AF9739FE12B5}"/>
              </a:ext>
            </a:extLst>
          </p:cNvPr>
          <p:cNvCxnSpPr>
            <a:cxnSpLocks/>
          </p:cNvCxnSpPr>
          <p:nvPr/>
        </p:nvCxnSpPr>
        <p:spPr>
          <a:xfrm flipH="1">
            <a:off x="1867711" y="787940"/>
            <a:ext cx="8560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F1D5D2-4492-1750-2D6C-EBCA1FD28EC7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2235116" y="3652970"/>
            <a:ext cx="367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E09632-AA8E-527E-D907-AFE349BF1EBA}"/>
              </a:ext>
            </a:extLst>
          </p:cNvPr>
          <p:cNvCxnSpPr/>
          <p:nvPr/>
        </p:nvCxnSpPr>
        <p:spPr>
          <a:xfrm flipH="1">
            <a:off x="1867711" y="6439711"/>
            <a:ext cx="734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7A0419-C46C-B641-417B-DAF04A693C36}"/>
              </a:ext>
            </a:extLst>
          </p:cNvPr>
          <p:cNvCxnSpPr/>
          <p:nvPr/>
        </p:nvCxnSpPr>
        <p:spPr>
          <a:xfrm flipV="1">
            <a:off x="2332393" y="787940"/>
            <a:ext cx="0" cy="71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9222E6B-9C6E-93BC-A369-7567DBF0B762}"/>
              </a:ext>
            </a:extLst>
          </p:cNvPr>
          <p:cNvCxnSpPr/>
          <p:nvPr/>
        </p:nvCxnSpPr>
        <p:spPr>
          <a:xfrm>
            <a:off x="2332393" y="1760706"/>
            <a:ext cx="0" cy="189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9736E59-CF73-BD6F-CC51-A2547D395F65}"/>
              </a:ext>
            </a:extLst>
          </p:cNvPr>
          <p:cNvCxnSpPr/>
          <p:nvPr/>
        </p:nvCxnSpPr>
        <p:spPr>
          <a:xfrm flipV="1">
            <a:off x="2062264" y="787940"/>
            <a:ext cx="0" cy="486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026A9C-302D-9FEA-4702-8F8A278E43F1}"/>
              </a:ext>
            </a:extLst>
          </p:cNvPr>
          <p:cNvCxnSpPr/>
          <p:nvPr/>
        </p:nvCxnSpPr>
        <p:spPr>
          <a:xfrm>
            <a:off x="2062264" y="6050604"/>
            <a:ext cx="0" cy="38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142D82E-A16A-9F69-0B73-A621D040F4D5}"/>
              </a:ext>
            </a:extLst>
          </p:cNvPr>
          <p:cNvSpPr txBox="1"/>
          <p:nvPr/>
        </p:nvSpPr>
        <p:spPr>
          <a:xfrm>
            <a:off x="1867711" y="1498060"/>
            <a:ext cx="10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13’- 3”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99C9DD-2EEF-8F61-D634-E816C0BDA082}"/>
              </a:ext>
            </a:extLst>
          </p:cNvPr>
          <p:cNvSpPr txBox="1"/>
          <p:nvPr/>
        </p:nvSpPr>
        <p:spPr>
          <a:xfrm>
            <a:off x="1678395" y="569099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26’- 7”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BEB12-BD0A-3C6E-DB46-56507C096FE2}"/>
              </a:ext>
            </a:extLst>
          </p:cNvPr>
          <p:cNvSpPr txBox="1"/>
          <p:nvPr/>
        </p:nvSpPr>
        <p:spPr>
          <a:xfrm>
            <a:off x="8769379" y="897102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Neutral   Zone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8E75D-2BEC-5248-C3B6-AFD1394D575D}"/>
              </a:ext>
            </a:extLst>
          </p:cNvPr>
          <p:cNvSpPr txBox="1"/>
          <p:nvPr/>
        </p:nvSpPr>
        <p:spPr>
          <a:xfrm>
            <a:off x="2940927" y="817271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Alliance Zone</a:t>
            </a:r>
          </a:p>
        </p:txBody>
      </p:sp>
    </p:spTree>
    <p:extLst>
      <p:ext uri="{BB962C8B-B14F-4D97-AF65-F5344CB8AC3E}">
        <p14:creationId xmlns:p14="http://schemas.microsoft.com/office/powerpoint/2010/main" val="1415849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9EA1-170D-1517-3EE3-7DB7AC35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52F296E-AF2E-D3A2-FB33-878441B33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820" y="418288"/>
            <a:ext cx="9154803" cy="637311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66B934-CF53-DD34-188F-EEB2D73D49A2}"/>
              </a:ext>
            </a:extLst>
          </p:cNvPr>
          <p:cNvCxnSpPr/>
          <p:nvPr/>
        </p:nvCxnSpPr>
        <p:spPr>
          <a:xfrm flipV="1">
            <a:off x="2893925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F91E21-8D94-1FD9-BE61-1929A4F87717}"/>
              </a:ext>
            </a:extLst>
          </p:cNvPr>
          <p:cNvCxnSpPr/>
          <p:nvPr/>
        </p:nvCxnSpPr>
        <p:spPr>
          <a:xfrm flipV="1">
            <a:off x="617382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D2B27B-1BF2-D93E-8160-7C4A036FCEA3}"/>
              </a:ext>
            </a:extLst>
          </p:cNvPr>
          <p:cNvSpPr txBox="1"/>
          <p:nvPr/>
        </p:nvSpPr>
        <p:spPr>
          <a:xfrm>
            <a:off x="4124527" y="207220"/>
            <a:ext cx="10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15’ – 2”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1F2944-804A-2B4A-96DC-D3C59119D5FC}"/>
              </a:ext>
            </a:extLst>
          </p:cNvPr>
          <p:cNvCxnSpPr/>
          <p:nvPr/>
        </p:nvCxnSpPr>
        <p:spPr>
          <a:xfrm>
            <a:off x="4980562" y="391886"/>
            <a:ext cx="1193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BC1B51-5D44-9FFF-3375-45ADE026141A}"/>
              </a:ext>
            </a:extLst>
          </p:cNvPr>
          <p:cNvCxnSpPr>
            <a:stCxn id="10" idx="1"/>
          </p:cNvCxnSpPr>
          <p:nvPr/>
        </p:nvCxnSpPr>
        <p:spPr>
          <a:xfrm flipH="1">
            <a:off x="2893925" y="391886"/>
            <a:ext cx="1230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940841-CBB2-F889-696D-0831DF07794A}"/>
              </a:ext>
            </a:extLst>
          </p:cNvPr>
          <p:cNvSpPr txBox="1"/>
          <p:nvPr/>
        </p:nvSpPr>
        <p:spPr>
          <a:xfrm>
            <a:off x="6846630" y="207220"/>
            <a:ext cx="111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11’-11”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C7805C-5E76-68D1-6B2C-183C624CE929}"/>
              </a:ext>
            </a:extLst>
          </p:cNvPr>
          <p:cNvCxnSpPr/>
          <p:nvPr/>
        </p:nvCxnSpPr>
        <p:spPr>
          <a:xfrm flipH="1">
            <a:off x="6245157" y="391886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3670F2-BCE5-EB0F-E50C-F9E9A251010D}"/>
              </a:ext>
            </a:extLst>
          </p:cNvPr>
          <p:cNvCxnSpPr/>
          <p:nvPr/>
        </p:nvCxnSpPr>
        <p:spPr>
          <a:xfrm flipV="1">
            <a:off x="8725711" y="80387"/>
            <a:ext cx="0" cy="62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166174-9E1E-A7BD-CDB4-87CA68B21114}"/>
              </a:ext>
            </a:extLst>
          </p:cNvPr>
          <p:cNvCxnSpPr/>
          <p:nvPr/>
        </p:nvCxnSpPr>
        <p:spPr>
          <a:xfrm>
            <a:off x="7801583" y="391886"/>
            <a:ext cx="8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5CE47F-2B6C-6B00-772C-C9CBEE1856C4}"/>
              </a:ext>
            </a:extLst>
          </p:cNvPr>
          <p:cNvCxnSpPr>
            <a:cxnSpLocks/>
          </p:cNvCxnSpPr>
          <p:nvPr/>
        </p:nvCxnSpPr>
        <p:spPr>
          <a:xfrm flipH="1">
            <a:off x="1867711" y="787940"/>
            <a:ext cx="8560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885E15-1A7B-A653-86B2-CEB27F5A4F63}"/>
              </a:ext>
            </a:extLst>
          </p:cNvPr>
          <p:cNvCxnSpPr>
            <a:cxnSpLocks/>
          </p:cNvCxnSpPr>
          <p:nvPr/>
        </p:nvCxnSpPr>
        <p:spPr>
          <a:xfrm>
            <a:off x="2235116" y="3652970"/>
            <a:ext cx="3674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B43FEB-5ABC-98DC-4B64-81D6559D3855}"/>
              </a:ext>
            </a:extLst>
          </p:cNvPr>
          <p:cNvCxnSpPr/>
          <p:nvPr/>
        </p:nvCxnSpPr>
        <p:spPr>
          <a:xfrm flipH="1">
            <a:off x="1867711" y="6439711"/>
            <a:ext cx="734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EF3C15-4810-E531-328C-0624DDC71096}"/>
              </a:ext>
            </a:extLst>
          </p:cNvPr>
          <p:cNvCxnSpPr/>
          <p:nvPr/>
        </p:nvCxnSpPr>
        <p:spPr>
          <a:xfrm flipV="1">
            <a:off x="2332393" y="787940"/>
            <a:ext cx="0" cy="71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1C1BF2-189C-AD48-5553-D8513B6808E3}"/>
              </a:ext>
            </a:extLst>
          </p:cNvPr>
          <p:cNvCxnSpPr/>
          <p:nvPr/>
        </p:nvCxnSpPr>
        <p:spPr>
          <a:xfrm>
            <a:off x="2332393" y="1760706"/>
            <a:ext cx="0" cy="189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F42975-632D-6233-1402-6EE2735B7479}"/>
              </a:ext>
            </a:extLst>
          </p:cNvPr>
          <p:cNvCxnSpPr/>
          <p:nvPr/>
        </p:nvCxnSpPr>
        <p:spPr>
          <a:xfrm flipV="1">
            <a:off x="2062264" y="787940"/>
            <a:ext cx="0" cy="486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6232F9-36F8-7DDB-B7CD-ADF82B0500CB}"/>
              </a:ext>
            </a:extLst>
          </p:cNvPr>
          <p:cNvCxnSpPr/>
          <p:nvPr/>
        </p:nvCxnSpPr>
        <p:spPr>
          <a:xfrm>
            <a:off x="2062264" y="6050604"/>
            <a:ext cx="0" cy="38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A0248D2-46ED-9958-D880-0C88DADCE612}"/>
              </a:ext>
            </a:extLst>
          </p:cNvPr>
          <p:cNvSpPr txBox="1"/>
          <p:nvPr/>
        </p:nvSpPr>
        <p:spPr>
          <a:xfrm>
            <a:off x="1867711" y="1498060"/>
            <a:ext cx="10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13’- 3”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3F5EFE-03CE-BC10-CF3E-9045135EE7AD}"/>
              </a:ext>
            </a:extLst>
          </p:cNvPr>
          <p:cNvSpPr txBox="1"/>
          <p:nvPr/>
        </p:nvSpPr>
        <p:spPr>
          <a:xfrm>
            <a:off x="1678395" y="569099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26’- 7”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21627-8ED4-157A-7FAB-3018581A68B4}"/>
              </a:ext>
            </a:extLst>
          </p:cNvPr>
          <p:cNvSpPr txBox="1"/>
          <p:nvPr/>
        </p:nvSpPr>
        <p:spPr>
          <a:xfrm>
            <a:off x="8769379" y="897102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Neutral   Zone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83CCB-6024-BEBF-F90A-76ECFC1216C1}"/>
              </a:ext>
            </a:extLst>
          </p:cNvPr>
          <p:cNvSpPr txBox="1"/>
          <p:nvPr/>
        </p:nvSpPr>
        <p:spPr>
          <a:xfrm>
            <a:off x="2940927" y="817271"/>
            <a:ext cx="1717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Alliance Zone</a:t>
            </a:r>
          </a:p>
        </p:txBody>
      </p:sp>
    </p:spTree>
    <p:extLst>
      <p:ext uri="{BB962C8B-B14F-4D97-AF65-F5344CB8AC3E}">
        <p14:creationId xmlns:p14="http://schemas.microsoft.com/office/powerpoint/2010/main" val="2142383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5597</TotalTime>
  <Words>576</Words>
  <Application>Microsoft Office PowerPoint</Application>
  <PresentationFormat>Widescreen</PresentationFormat>
  <Paragraphs>169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Chip Boling</dc:creator>
  <cp:lastModifiedBy>Chip Boling</cp:lastModifiedBy>
  <cp:revision>31</cp:revision>
  <dcterms:created xsi:type="dcterms:W3CDTF">2026-02-10T00:38:55Z</dcterms:created>
  <dcterms:modified xsi:type="dcterms:W3CDTF">2026-03-28T16:42:18Z</dcterms:modified>
</cp:coreProperties>
</file>