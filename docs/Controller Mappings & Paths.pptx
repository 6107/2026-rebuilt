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3" r:id="rId6"/>
    <p:sldId id="265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4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7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3740 24575,'2'-4'0,"0"-1"0,0 1 0,0 0 0,0 0 0,0 0 0,1 0 0,0 0 0,0 1 0,0-1 0,0 1 0,1 0 0,-1 0 0,1 0 0,8-4 0,-9 4 0,44-28 0,2 1 0,2 3 0,106-42 0,-109 49 0,-2-4 0,-2-1 0,0-2 0,-2-2 0,-2-1 0,63-61 0,-26 13 0,-3-3 0,102-144 0,-145 179 0,-2-2 0,-2-1 0,-2-1 0,-3-2 0,20-65 0,57-279 0,-59 216 0,38-198 0,10-44 0,-85 412 0,76-270 0,-63 238 0,1 1 0,1 1 0,3 1 0,39-57 0,2-1 0,-49 73 0,1 0 0,1 1 0,2 1 0,0 1 0,1 0 0,33-29 0,37-23 0,-38 30 0,93-60 0,-126 92 0,8-5 0,1 1 0,0 1 0,1 1 0,38-12 0,-57 22 0,-1 2 0,1-1 0,0 1 0,0 0 0,0 0 0,0 1 0,1 0 0,-1 0 0,0 1 0,0 0 0,0 1 0,-1 0 0,1 0 0,0 1 0,0-1 0,-1 2 0,0-1 0,0 1 0,0 0 0,0 1 0,6 5 0,36 28 0,-4-3 0,70 71 0,-86-74 0,9 8 0,-1 1 0,-2 2 0,57 94 0,-33-39 0,-40-69 0,-1 1 0,-1 1 0,20 52 0,71 331 0,-39-160 0,-21-84 0,-31-108 0,-7-22 0,21 50 0,2 2 0,37 163 0,-61-217 0,12 58 0,-11-43 0,28 82 0,7 18 0,-36-117 0,40 209 0,-27-115 0,6 25 0,54 156 0,-65-241 0,-8-39 0,-1 1 0,-2 0 0,3 54 0,-7-62 0,8 47 0,-5-47 0,-1 0 0,0 26 0,-5 366 0,-1-392 0,-1 0 0,-1-1 0,-1 1 0,-10 29 0,-5 20 0,-5 35 0,-6-2 0,-69 165 0,44-157 0,-20 51 0,-20 72 0,81-198 0,-39 70 0,2-6 0,44-86 0,-2 0 0,0 0 0,-1-1 0,-1 0 0,0-1 0,-1 0 0,0-1 0,-2-1 0,-21 17 0,-201 186 0,225-205 0,-1 0 0,0-1 0,0-1 0,-1 0 0,0-1 0,0 0 0,-1-1 0,0-1 0,0 0 0,-1-1 0,0-1 0,0-1 0,0 0 0,-19 1 0,-32 7 0,55-7 0,0-2 0,0 0 0,-24 1 0,35-3 0,1 0 0,-1 1 0,1-1 0,-1 0 0,1 0 0,-1 0 0,0 0 0,1 0 0,-1 0 0,1 0 0,-1 0 0,1-1 0,-1 1 0,1 0 0,-1 0 0,0 0 0,1-1 0,-1 1 0,1 0 0,-1 0 0,1-1 0,0 1 0,-1 0 0,1-1 0,-1 1 0,1-1 0,0 1 0,-1-1 0,1 1 0,0-1 0,-1 1 0,1-1 0,0 1 0,0-1 0,-1 1 0,1-1 0,0 1 0,0-1 0,0 1 0,0-1 0,0 1 0,0-1 0,0 0 0,0 1 0,0-1 0,0 1 0,0-1 0,0 1 0,0-1 0,1 1 0,-1-1 0,0 1 0,1-2 0,0 0 0,0-1 0,1 1 0,-1 0 0,1 0 0,-1 0 0,1 0 0,0 0 0,0 0 0,0 1 0,4-4 0,31-8 0,-35 12 0,-1 1 0,1-1 0,-1 1 0,1-1 0,0 1 0,-1-1 0,1 1 0,-1 0 0,1 0 0,0 0 0,-1 0 0,1 0 0,0 1 0,-1-1 0,1 0 0,-1 1 0,1-1 0,0 1 0,2 1 0,-6-1 0,1 0 0,-1 0 0,1 0 0,-1 0 0,1 0 0,-1 0 0,0 0 0,0-1 0,1 1 0,-1 0 0,0-1 0,0 0 0,0 1 0,-2-1 0,-152 17 0,42-6 0,-28 7 0,-1-6 0,-196-9 0,280-11 0,0-2 0,0-2 0,-73-27 0,40 11 0,69 22 0,1-2 0,-1 0 0,2-1 0,-1-2 0,1 0 0,-34-26 0,24 16 0,2-1 0,1-1 0,1-2 0,0-1 0,-26-35 0,40 44 0,6 8 0,0 0 0,1 0 0,-1 0 0,2 0 0,0-1 0,0 0 0,0 0 0,2-1 0,-1 1 0,1-1 0,-2-14 0,-2-10 0,-1 1 0,-2-1 0,-18-44 0,-10-31 0,30 82 0,-26-95 0,-80-192 0,99 281 0,1 1 0,-2 1 0,-1 0 0,-1 1 0,-22-28 0,9 16 0,-28-50 0,0-2 0,6 17-455,-3 3 0,-71-73 0,106 127-6371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9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0 24575,'1'155'0,"-3"176"0,1-306 0,-1 0 0,-2 0 0,-1 0 0,0-1 0,-14 36 0,19-59 2,0-1 0,0 0 0,0 1-1,0-1 1,0 0 0,0 0 0,0 1-1,0-1 1,0 0 0,0 1 0,0-1 0,0 0-1,0 1 1,-1-1 0,1 0 0,0 0-1,0 1 1,0-1 0,0 0 0,-1 1-1,1-1 1,0 0 0,0 0 0,-1 0 0,1 1-1,0-1 1,0 0 0,-1 0 0,1 0-1,0 0 1,0 1 0,-1-1 0,1 0 0,0 0-1,-1 0 1,1 0 0,0 0 0,-1 0-1,1 0 1,0 0 0,-1 0 0,1 0 0,-1 0-1,-3-13-1444,3-3-5383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30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24575,'30'2'0,"1"2"0,-1 1 0,0 1 0,0 2 0,42 16 0,-38-12 0,0-1 0,1-2 0,54 7 0,35 4-1365,-103-17-5461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19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2340 24575,'40'0'0,"-8"-1"0,63 7 0,-84-4 0,1 0 0,0 2 0,-1-1 0,0 1 0,0 1 0,0 0 0,0 0 0,17 13 0,-13-7 0,-1 1 0,-1 1 0,0 0 0,-1 1 0,0 0 0,-1 1 0,-1 0 0,15 29 0,-9-10 0,-1 1 0,-2 0 0,12 48 0,-14-35 0,-2-1 0,-3 1 0,-1 0 0,-2 54 0,-2-75 0,1 0 0,7 30 0,4 43 0,-14 120 0,2 57 0,11-162 0,-6-65 0,0 56 0,-6-65 0,-2 2 0,1 0 0,3 0 0,2 0 0,1 0 0,18 66 0,27 38 0,107 219 0,-101-233 0,-38-85 0,37 69 0,-46-102 0,0 0 0,0 0 0,1-1 0,1 0 0,1-1 0,0 0 0,0-1 0,1 0 0,1-1 0,0 0 0,0-1 0,1-1 0,0-1 0,1 0 0,0 0 0,0-2 0,1 0 0,-1-1 0,26 4 0,-28-4 0,-1-1 0,1 2 0,-1 0 0,0 1 0,0 0 0,-1 0 0,0 2 0,0 0 0,11 11 0,37 25 0,157 85 0,-181-108 0,-25-13 0,1-1 0,0-1 0,1 0 0,0-1 0,0 0 0,0-1 0,1 0 0,0-2 0,-1 1 0,1-1 0,27 1 0,-14-4 0,16 1 0,62-8 0,-90 5 0,0-1 0,0-1 0,-1 0 0,0-1 0,0 0 0,0-1 0,25-15 0,102-76 0,-86 64 0,-37 22 0,0 0 0,-1 0 0,0-2 0,21-20 0,-29 25 0,0 1 0,1 0 0,0 0 0,0 1 0,0 1 0,1 0 0,0 0 0,15-4 0,-14 5 0,0 0 0,0-1 0,-1 0 0,1-1 0,-1-1 0,-1 0 0,13-10 0,13-20 0,-1-1 0,-2-2 0,-2-2 0,-2-1 0,36-70 0,56-124 0,48-57 0,-153 268 0,93-134 0,-48 75 0,-45 62 0,-8 10 0,0-1 0,1 2 0,1-1 0,0 1 0,1 1 0,0 0 0,17-12 0,-25 21 0,0 1 0,0-1 0,0 1 0,1 0 0,-1 0 0,1 0 0,-1 1 0,1-1 0,-1 1 0,4 0 0,-5 0 0,0 0 0,0 0 0,0 0 0,0 0 0,0 0 0,-1 0 0,1 0 0,0-1 0,0 1 0,0-1 0,-1 1 0,1-1 0,0 0 0,-1 0 0,1 0 0,0 0 0,-1 0 0,1 0 0,-1 0 0,0 0 0,1-1 0,-1 1 0,0 0 0,0-1 0,0 0 0,0 1 0,0-1 0,0 1 0,0-1 0,0 0 0,0-2 0,56-188 0,-49 163 0,-1 1 0,-1-1 0,2-35 0,-5 31 0,2 1 0,11-37 0,-11 46 0,-1 1 0,-1-1 0,-1 1 0,0-1 0,-3-27 0,0 23 0,1 1 0,2-1 0,6-34 0,14-103 0,-10 57 0,-6 34 0,-5-146 0,-3 96 0,1 53 0,-13-107 0,4 58 0,7 71 0,-9-50 0,4 36 0,3 0 0,3-1 0,5-64 0,0 6 0,-5 79 0,-9-50 0,5 50 0,0-53 0,8-31 0,-4-139 0,-23 95 0,19 136 0,-3 0 0,0 0 0,-3 1 0,-16-36 0,5 23 0,-2 1 0,-44-59 0,55 84 0,-119-158 0,109 150 0,-1 1 0,0 2 0,-3 0 0,-31-22 0,45 39 0,-1 2 0,0-1 0,0 2 0,-1 0 0,1 1 0,-1 1 0,0 0 0,0 1 0,-28 0 0,1-2 0,-230-7 0,-9 0 0,245 8 0,0 2 0,0 1 0,-57 9 0,-110 28 0,75-11 0,88-19 0,1 1 0,0 2 0,0 1 0,2 3 0,-1 1 0,-52 29 0,69-31 0,-125 81 0,129-80 0,2 0 0,-1 1 0,2 0 0,0 1 0,-24 36 0,1 12 0,4 2 0,-33 86 0,-13 26 0,67-155 0,-1-1 0,-1-1 0,-30 33 0,-16 21 0,22-24 0,-53 53 0,37-44 0,28-33 0,-47 38 0,47-43 0,2 0 0,-34 39 0,-70 71 0,28-32 0,94-91-119,-1-1-130,0 1 0,0-1 0,-1 0-1,-15 11 1,11-13-6577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2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24575,'0'45'0,"-2"0"0,-11 61 0,7-70 0,0-3 0,0-1 0,-15 39 0,-27 63 0,51-142 0,1 1 0,0 0 0,0 0 0,1 0 0,-1 1 0,1 0 0,1 0 0,-1 0 0,1 0 0,0 1 0,11-7 0,1-1 0,2 1 0,-1 1 0,28-10 0,-37 16-110,0-1 0,-1 1-1,1-2 1,15-13 0,-17 13-704,4-2-6012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BB9A10-267B-FE78-C476-8D2507C5A16A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026A4D-7363-5130-A509-061B8B56255E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6663158" y="113984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3A1792-0975-06F2-DCDC-60A6DB1EF1B9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C4C912-598C-BBCF-680E-57B389A7F861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62A4B6-A9C2-7AE0-777A-C5D06132EC4B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7E4E06-F17E-D198-EA49-12FD3963EB64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F0E149-60C3-3DE4-8C7B-AC39623BE23D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799CFC-74FE-CB6D-7889-D1DA0A1C77BD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DB3440-602E-C7AF-02A4-01662A421BA1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9706C2-21F2-96CA-4FF0-6CDC8E02EAF1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1EFF2D-521C-B3E4-0E30-0791FD9741D6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95BC81-9903-6C07-5912-D3957C575183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7A8DB9-C713-AA15-2812-CCC07794A7F1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74884" y="32830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91A3CDA-940D-348D-BCAF-490642C36BE9}"/>
              </a:ext>
            </a:extLst>
          </p:cNvPr>
          <p:cNvSpPr txBox="1"/>
          <p:nvPr/>
        </p:nvSpPr>
        <p:spPr>
          <a:xfrm rot="5400000">
            <a:off x="6374581" y="3926180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B36C15-FF92-3AEC-5434-F1B9809B8308}"/>
              </a:ext>
            </a:extLst>
          </p:cNvPr>
          <p:cNvSpPr txBox="1"/>
          <p:nvPr/>
        </p:nvSpPr>
        <p:spPr>
          <a:xfrm rot="5400000">
            <a:off x="5583361" y="3917427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728" y="3255682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91D089-99E6-4C80-CEDD-42DC02C41662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C29E48-BE65-CBBC-E66E-A7B03C987EF2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ECC727-D0C1-834D-267E-C1B975329CC9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EEF3F-66DA-06E9-853D-91A7DA5105F0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6770384" y="148964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63266B-6E03-53D4-97FE-499955BC35DA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D4B113-BD39-01A3-8819-0D80F850C080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75FC37-3304-3838-2E62-DFA6B8BCE1F4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B3F50A-FFA8-E4EA-EA5C-F47592E5A084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C38623-D4B1-E2FF-6BA6-B423FA6F1473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2C7253-60E3-A184-4D6E-E07579E3A8CC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6E82EA-1AE1-CFB3-BE12-C33072D8CBE7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6CB937-8976-AE7B-7FE7-929F24F3C592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55776" y="3294796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924656" y="3282792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88677" y="3445315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214641" y="3429000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D483E6-0944-EC88-9A25-F3839E12ED50}"/>
              </a:ext>
            </a:extLst>
          </p:cNvPr>
          <p:cNvSpPr txBox="1"/>
          <p:nvPr/>
        </p:nvSpPr>
        <p:spPr>
          <a:xfrm rot="5400000">
            <a:off x="6456089" y="3957501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89938-BC74-9774-0C0E-5E96467866AF}"/>
              </a:ext>
            </a:extLst>
          </p:cNvPr>
          <p:cNvSpPr txBox="1"/>
          <p:nvPr/>
        </p:nvSpPr>
        <p:spPr>
          <a:xfrm rot="5400000">
            <a:off x="5515841" y="3970089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70683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186136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S1- 3.8, 7.5</a:t>
            </a:r>
          </a:p>
          <a:p>
            <a:pPr indent="285750"/>
            <a:r>
              <a:rPr lang="en-US" sz="1600" dirty="0"/>
              <a:t>S2- 3.7, 5.0</a:t>
            </a:r>
          </a:p>
          <a:p>
            <a:pPr indent="285750"/>
            <a:r>
              <a:rPr lang="en-US" sz="1600" dirty="0"/>
              <a:t>S3- 3.7, 2.8</a:t>
            </a:r>
          </a:p>
          <a:p>
            <a:pPr indent="285750"/>
            <a:r>
              <a:rPr lang="en-US" sz="1600" dirty="0"/>
              <a:t>S4- 3.8,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  <a:p>
            <a:pPr indent="285750"/>
            <a:r>
              <a:rPr lang="en-US" sz="1600" dirty="0"/>
              <a:t>C3-</a:t>
            </a:r>
          </a:p>
          <a:p>
            <a:pPr indent="285750"/>
            <a:r>
              <a:rPr lang="en-US" sz="1600" dirty="0"/>
              <a:t>C4-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B60F1E-C95A-7F9F-EA8B-C9E804817959}"/>
              </a:ext>
            </a:extLst>
          </p:cNvPr>
          <p:cNvSpPr/>
          <p:nvPr/>
        </p:nvSpPr>
        <p:spPr>
          <a:xfrm>
            <a:off x="3460463" y="3570762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91440"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C3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0991A2-9D54-EA33-019E-AEF36A18F0BD}"/>
              </a:ext>
            </a:extLst>
          </p:cNvPr>
          <p:cNvSpPr/>
          <p:nvPr/>
        </p:nvSpPr>
        <p:spPr>
          <a:xfrm>
            <a:off x="3460463" y="365296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0"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C4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8ACF3-E084-E530-4FBA-33676471B46A}"/>
              </a:ext>
            </a:extLst>
          </p:cNvPr>
          <p:cNvSpPr txBox="1"/>
          <p:nvPr/>
        </p:nvSpPr>
        <p:spPr>
          <a:xfrm>
            <a:off x="6724339" y="4419600"/>
            <a:ext cx="394437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600" b="1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G303 – Robot Placement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D. its BUMPERS overlap their ROBOT STARTING LINE, 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E. it’s not contacting the BUMP 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163546" y="1217381"/>
            <a:ext cx="189871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y, theta) – </a:t>
            </a:r>
            <a:endParaRPr lang="en-US" sz="900" dirty="0"/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3.4 , 5.5, 0 </a:t>
            </a:r>
          </a:p>
          <a:p>
            <a:pPr indent="285750"/>
            <a:r>
              <a:rPr lang="en-US" sz="1400" dirty="0"/>
              <a:t>N1 – 5.8, 5.5, 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3.4, 2.5, 0</a:t>
            </a:r>
          </a:p>
          <a:p>
            <a:pPr indent="285750"/>
            <a:r>
              <a:rPr lang="en-US" sz="1400" dirty="0"/>
              <a:t>N2 – 5.8, 2.5, 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5155CE-9B80-EEDC-4E19-B7774AA2FF00}"/>
              </a:ext>
            </a:extLst>
          </p:cNvPr>
          <p:cNvSpPr txBox="1"/>
          <p:nvPr/>
        </p:nvSpPr>
        <p:spPr>
          <a:xfrm>
            <a:off x="300534" y="4207296"/>
            <a:ext cx="1477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Bump Crossing Speed: 2.0 m/s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8F9A2-E423-6A21-0B18-6E107DBDF1A9}"/>
              </a:ext>
            </a:extLst>
          </p:cNvPr>
          <p:cNvSpPr txBox="1"/>
          <p:nvPr/>
        </p:nvSpPr>
        <p:spPr>
          <a:xfrm>
            <a:off x="7656509" y="3782944"/>
            <a:ext cx="314489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Linked Waypoint names follow the convention.</a:t>
            </a:r>
          </a:p>
          <a:p>
            <a:br>
              <a:rPr lang="en-US" sz="1400" dirty="0"/>
            </a:br>
            <a:r>
              <a:rPr lang="en-US" sz="1400" dirty="0"/>
              <a:t>                 PT – PATH</a:t>
            </a:r>
          </a:p>
          <a:p>
            <a:br>
              <a:rPr lang="en-US" sz="1400" dirty="0"/>
            </a:br>
            <a:r>
              <a:rPr lang="en-US" sz="1400" dirty="0"/>
              <a:t>So, for the A1-Point in the A1</a:t>
            </a:r>
            <a:r>
              <a:rPr lang="en-US" sz="1400" dirty="0">
                <a:sym typeface="Wingdings" panose="05000000000000000000" pitchFamily="2" charset="2"/>
              </a:rPr>
              <a:t> A2 direction, link name is</a:t>
            </a:r>
          </a:p>
          <a:p>
            <a:r>
              <a:rPr lang="en-US" sz="1400" dirty="0">
                <a:sym typeface="Wingdings" panose="05000000000000000000" pitchFamily="2" charset="2"/>
              </a:rPr>
              <a:t>                 A1-A1-N2</a:t>
            </a:r>
          </a:p>
          <a:p>
            <a:endParaRPr lang="en-US" sz="1400" dirty="0">
              <a:sym typeface="Wingdings" panose="05000000000000000000" pitchFamily="2" charset="2"/>
            </a:endParaRPr>
          </a:p>
          <a:p>
            <a:r>
              <a:rPr lang="en-US" sz="1400" dirty="0">
                <a:sym typeface="Wingdings" panose="05000000000000000000" pitchFamily="2" charset="2"/>
              </a:rPr>
              <a:t>This is so we can control the ‘theta’ value depending on the direction.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BB49-4F40-F573-9222-D595880B4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C61F05F-27BE-79DC-838E-27A55A08C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336022-44D2-2140-D9CF-34DA2FD432B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F9688-C844-6B8E-F7A8-C21F1E08B1C3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29CE06-E1F0-A7CB-53CE-4C575A465240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95618E-4140-F4B2-9396-637A635AFC32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1E1B8B-C60D-2F01-3015-2213CD058AD7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83DB17-34C8-6B72-EB17-7EB6D87DCEC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2E0747-6E1F-24FA-AD39-B21AD6B8D08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CC5B96-A432-9A6F-A904-F287832FE60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BA6309F-477B-687E-24EE-A651E0E16F71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32DA1D-C0C8-0AFF-6BDE-60CA2FD26EA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7AE60C-F927-949E-8724-DEF7CE5D483D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C44D5A0-089C-71AA-D300-5A804D9BC62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1EBAF16-851C-308F-715C-76B9C050D8E3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E625F0F-07EF-2D16-57A7-21A6B977C7B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DD3451-25F8-4D14-D690-B88FE4BE175C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04969D4-5E81-28EA-8D27-8D0B6DE41D05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6E3D898-4D53-8389-463D-9D7FEA3FE0E9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D444A8-FA4E-DCE3-7BC7-E8C583731CE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E6BDB-9746-1CC2-A51C-A67E5606CB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8AA86-3561-A18A-EB59-CACF27EF8FF6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674B5-440B-5422-AD55-0C17C466F63B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923F29-9850-C8FC-A6CA-CD985A5D56BE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F17218-3FC5-6A6D-6BD2-7642BBCAAA3C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049139-E93E-04E4-04CF-786F90D57F1F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AB1735-48AE-CFD4-BCDB-9EBF642B1619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ACA9C-12F5-53AE-8A3B-447D1AF1AE0C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and leave via the same bump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80336E-C9E8-F4B5-13E8-4F1CB15A935C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>
            <a:off x="5646596" y="2491134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E91530-F949-1B93-D9C0-D9DA975323FC}"/>
              </a:ext>
            </a:extLst>
          </p:cNvPr>
          <p:cNvCxnSpPr/>
          <p:nvPr/>
        </p:nvCxnSpPr>
        <p:spPr>
          <a:xfrm>
            <a:off x="5674658" y="4709727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AA9251-8B10-3CE1-6EA5-734368DB6004}"/>
              </a:ext>
            </a:extLst>
          </p:cNvPr>
          <p:cNvGrpSpPr/>
          <p:nvPr/>
        </p:nvGrpSpPr>
        <p:grpSpPr>
          <a:xfrm>
            <a:off x="7121825" y="1133197"/>
            <a:ext cx="1424880" cy="2295720"/>
            <a:chOff x="7121825" y="1133197"/>
            <a:chExt cx="1424880" cy="229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14:cNvPr>
                <p14:cNvContentPartPr/>
                <p14:nvPr/>
              </p14:nvContentPartPr>
              <p14:xfrm>
                <a:off x="7121825" y="1133197"/>
                <a:ext cx="1424880" cy="2295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12825" y="1124557"/>
                  <a:ext cx="1442520" cy="23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14:cNvPr>
                <p14:cNvContentPartPr/>
                <p14:nvPr/>
              </p14:nvContentPartPr>
              <p14:xfrm>
                <a:off x="7182665" y="2690557"/>
                <a:ext cx="19080" cy="244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3665" y="2681557"/>
                  <a:ext cx="36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14:cNvPr>
                <p14:cNvContentPartPr/>
                <p14:nvPr/>
              </p14:nvContentPartPr>
              <p14:xfrm>
                <a:off x="7226945" y="2690557"/>
                <a:ext cx="201960" cy="43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18305" y="2681557"/>
                  <a:ext cx="219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16D62C4-EB21-FF12-6118-F938ADE54BF7}"/>
              </a:ext>
            </a:extLst>
          </p:cNvPr>
          <p:cNvGrpSpPr/>
          <p:nvPr/>
        </p:nvGrpSpPr>
        <p:grpSpPr>
          <a:xfrm>
            <a:off x="7183385" y="3887917"/>
            <a:ext cx="1355040" cy="2065680"/>
            <a:chOff x="7183385" y="3887917"/>
            <a:chExt cx="1355040" cy="20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14:cNvPr>
                <p14:cNvContentPartPr/>
                <p14:nvPr/>
              </p14:nvContentPartPr>
              <p14:xfrm>
                <a:off x="7183385" y="3887917"/>
                <a:ext cx="1355040" cy="2065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74385" y="3879277"/>
                  <a:ext cx="137268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14:cNvPr>
                <p14:cNvContentPartPr/>
                <p14:nvPr/>
              </p14:nvContentPartPr>
              <p14:xfrm>
                <a:off x="7216865" y="4422517"/>
                <a:ext cx="92520" cy="181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07865" y="4413517"/>
                  <a:ext cx="110160" cy="198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27" name="TextBox 1026">
            <a:extLst>
              <a:ext uri="{FF2B5EF4-FFF2-40B4-BE49-F238E27FC236}">
                <a16:creationId xmlns:a16="http://schemas.microsoft.com/office/drawing/2014/main" id="{EEC14A98-D76A-4460-3EE0-22FABCC700B5}"/>
              </a:ext>
            </a:extLst>
          </p:cNvPr>
          <p:cNvSpPr txBox="1"/>
          <p:nvPr/>
        </p:nvSpPr>
        <p:spPr>
          <a:xfrm>
            <a:off x="164064" y="1865558"/>
            <a:ext cx="1739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Goal is to enter from the perimeter side, collect fuel, and return across same bump.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5B9502E8-52F5-BEBB-D6DE-C7F3AB431D2F}"/>
              </a:ext>
            </a:extLst>
          </p:cNvPr>
          <p:cNvSpPr txBox="1"/>
          <p:nvPr/>
        </p:nvSpPr>
        <p:spPr>
          <a:xfrm>
            <a:off x="191374" y="2828752"/>
            <a:ext cx="17399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robot stays in the alliance’s ‘side’ of the neutral zone but is slightly skewed to push balls toward the alliance side.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355898D-8078-EEF2-374F-BA76745ED11B}"/>
              </a:ext>
            </a:extLst>
          </p:cNvPr>
          <p:cNvSpPr txBox="1"/>
          <p:nvPr/>
        </p:nvSpPr>
        <p:spPr>
          <a:xfrm>
            <a:off x="184983" y="4259875"/>
            <a:ext cx="17399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Path is name for the neutral side entry.  Either :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    N1-Sweep</a:t>
            </a:r>
          </a:p>
          <a:p>
            <a:r>
              <a:rPr lang="en-US" sz="1200" dirty="0"/>
              <a:t>or</a:t>
            </a:r>
          </a:p>
          <a:p>
            <a:r>
              <a:rPr lang="en-US" sz="1200" dirty="0"/>
              <a:t>    N2-Sweep</a:t>
            </a:r>
          </a:p>
        </p:txBody>
      </p:sp>
    </p:spTree>
    <p:extLst>
      <p:ext uri="{BB962C8B-B14F-4D97-AF65-F5344CB8AC3E}">
        <p14:creationId xmlns:p14="http://schemas.microsoft.com/office/powerpoint/2010/main" val="271206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987-3211-BA42-B632-AD9AD8342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0D27C90-1D2B-EDC4-69A0-C6548D2D9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7E8104-6828-CE3E-AED4-5C1881F33191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E45EF-3CB3-ED60-2F83-8FCEAEE25B76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CB6B67-7895-576B-513F-03962FBF9C7E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A3FFF0-412A-9AF5-4157-06C0F402194D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205DB1-344B-12B6-1E1C-7A9D66EF1B4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DF8BE85-88C9-FE41-BEDC-864D225D392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F8C39F-539C-D55E-4A9E-00F8FBEB8245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61DBAC-DAFB-5551-94D6-D4B33826764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D10CD1-7DCF-4922-D911-D7BA54B86C4F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30890B-97F6-54C8-BFCD-D8C46E5B5AB7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4DDF3B-E630-53F5-29FC-D7D649AE03E8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893AC5-F655-1A83-13A3-221CA08066E8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D9E744-92A9-5992-525C-C9AFA5D07BEB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39B854-9BBC-6B8B-810C-51B48118F2D8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2F93EF-91E5-9A5B-864B-5D17B3AB6CED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E354A23-EB7D-5D8F-F4E8-14D1D4468F12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9187103-CB19-D006-F91A-0AFAD302733C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359CD-4848-A82E-4A48-C4AF4E2BEBD4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493F8-067F-F788-F407-9B487477AA4D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0273D5-6043-BD8E-964E-B76B0E119340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04766B-8F3B-D548-D8C1-C540BB757C5A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3059-CC08-2BEA-8505-F94FBEE03BD5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C9E55-E5B5-EA76-D30F-814157F7CF0E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Other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17A3B9-C059-D944-3073-DAC62A593C86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B33256-466F-E728-EE30-92CF31725CF4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569A1E-466F-1E17-194B-CCFD2FB251EF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on one bump, but exit on the other</a:t>
            </a:r>
          </a:p>
        </p:txBody>
      </p:sp>
    </p:spTree>
    <p:extLst>
      <p:ext uri="{BB962C8B-B14F-4D97-AF65-F5344CB8AC3E}">
        <p14:creationId xmlns:p14="http://schemas.microsoft.com/office/powerpoint/2010/main" val="1651022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9EA1-170D-1517-3EE3-7DB7AC35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52F296E-AF2E-D3A2-FB33-878441B33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820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66B934-CF53-DD34-188F-EEB2D73D49A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F91E21-8D94-1FD9-BE61-1929A4F87717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D2B27B-1BF2-D93E-8160-7C4A036FCEA3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1F2944-804A-2B4A-96DC-D3C59119D5F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BC1B51-5D44-9FFF-3375-45ADE026141A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940841-CBB2-F889-696D-0831DF07794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C7805C-5E76-68D1-6B2C-183C624CE929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3670F2-BCE5-EB0F-E50C-F9E9A251010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166174-9E1E-A7BD-CDB4-87CA68B21114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95CE47F-2B6C-6B00-772C-C9CBEE1856C4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885E15-1A7B-A653-86B2-CEB27F5A4F63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B43FEB-5ABC-98DC-4B64-81D6559D385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BEF3C15-4810-E531-328C-0624DDC7109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1C1BF2-189C-AD48-5553-D8513B6808E3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4F42975-632D-6233-1402-6EE2735B747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6232F9-36F8-7DDB-B7CD-ADF82B0500CB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248D2-46ED-9958-D880-0C88DADCE61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3F5EFE-03CE-BC10-CF3E-9045135EE7A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21627-8ED4-157A-7FAB-3018581A68B4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83CCB-6024-BEBF-F90A-76ECFC1216C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214238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2464</TotalTime>
  <Words>538</Words>
  <Application>Microsoft Office PowerPoint</Application>
  <PresentationFormat>Widescreen</PresentationFormat>
  <Paragraphs>168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Roboto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28</cp:revision>
  <dcterms:created xsi:type="dcterms:W3CDTF">2026-02-10T00:38:55Z</dcterms:created>
  <dcterms:modified xsi:type="dcterms:W3CDTF">2026-03-22T23:25:21Z</dcterms:modified>
</cp:coreProperties>
</file>